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3" Type="http://schemas.openxmlformats.org/package/2006/relationships/metadata/core-properties" Target="docProps/core.xml" />
  <Relationship Id="rId2" Type="http://schemas.openxmlformats.org/package/2006/relationships/metadata/thumbnail" Target="docProps/thumbnail.jpeg" />
  <Relationship Id="rId1" Type="http://schemas.openxmlformats.org/officeDocument/2006/relationships/officeDocument" Target="ppt/presentation.xml" />
  <Relationship Id="rId5" Type="http://schemas.microsoft.com/office/2020/02/relationships/classificationlabels" Target="docMetadata/LabelInfo.xml" />
  <Relationship Id="rId4" Type="http://schemas.openxmlformats.org/officeDocument/2006/relationships/extended-properties" Target="docProps/app.xml" 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</p:sldIdLst>
  <p:sldSz cx="12192000" cy="6858000"/>
  <p:notesSz cx="6858000" cy="9144000"/>
  <p:defaultTextStyle>
    <a:defPPr>
      <a:defRPr lang="en-US"/>
    </a:defPPr>
    <a:lvl1pPr marL="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1pPr>
    <a:lvl2pPr marL="457183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3pPr>
    <a:lvl4pPr marL="137155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4pPr>
    <a:lvl5pPr marL="182873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5pPr>
    <a:lvl6pPr marL="2285918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51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
  <Relationship Id="rId3" Type="http://schemas.openxmlformats.org/officeDocument/2006/relationships/viewProps" Target="viewProps.xml" />
  <Relationship Id="rId2" Type="http://schemas.openxmlformats.org/officeDocument/2006/relationships/presProps" Target="presProps.xml" />
  <Relationship Id="rId1" Type="http://schemas.openxmlformats.org/officeDocument/2006/relationships/slideMaster" Target="slideMasters/slideMaster1.xml" />
  <Relationship Id="rId5" Type="http://schemas.openxmlformats.org/officeDocument/2006/relationships/tableStyles" Target="tableStyles.xml" />
  <Relationship Id="rId4" Type="http://schemas.openxmlformats.org/officeDocument/2006/relationships/theme" Target="theme/theme1.xml" />
  <Relationship Id="rId6" Type="http://schemas.openxmlformats.org/officeDocument/2006/relationships/slide" Target="slides/slide1.xml" />
  <Relationship Id="rId7" Type="http://schemas.openxmlformats.org/officeDocument/2006/relationships/slide" Target="slides/slide2.xml" />
  <Relationship Id="rId8" Type="http://schemas.openxmlformats.org/officeDocument/2006/relationships/slide" Target="slides/slide3.xml" />
  <Relationship Id="rId9" Type="http://schemas.openxmlformats.org/officeDocument/2006/relationships/slide" Target="slides/slide4.xml" />
  <Relationship Id="rId10" Type="http://schemas.openxmlformats.org/officeDocument/2006/relationships/slide" Target="slides/slide5.xml" />
  <Relationship Id="rId11" Type="http://schemas.openxmlformats.org/officeDocument/2006/relationships/slide" Target="slides/slide6.xml" />
  <Relationship Id="rId12" Type="http://schemas.openxmlformats.org/officeDocument/2006/relationships/slide" Target="slides/slide7.xml" />
  <Relationship Id="rId13" Type="http://schemas.openxmlformats.org/officeDocument/2006/relationships/slide" Target="slides/slide8.xml" />
  <Relationship Id="rId14" Type="http://schemas.openxmlformats.org/officeDocument/2006/relationships/slide" Target="slides/slide9.xml" />
  <Relationship Id="rId15" Type="http://schemas.openxmlformats.org/officeDocument/2006/relationships/slide" Target="slides/slide10.xml" />
  <Relationship Id="rId16" Type="http://schemas.openxmlformats.org/officeDocument/2006/relationships/slide" Target="slides/slide11.xml" />
  <Relationship Id="rId17" Type="http://schemas.openxmlformats.org/officeDocument/2006/relationships/slide" Target="slides/slide12.xml" />
  <Relationship Id="rId18" Type="http://schemas.openxmlformats.org/officeDocument/2006/relationships/slide" Target="slides/slide13.xml" />
  <Relationship Id="rId19" Type="http://schemas.openxmlformats.org/officeDocument/2006/relationships/slide" Target="slides/slide14.xml" />
  <Relationship Id="rId20" Type="http://schemas.openxmlformats.org/officeDocument/2006/relationships/slide" Target="slides/slide15.xml" />
  <Relationship Id="rId21" Type="http://schemas.openxmlformats.org/officeDocument/2006/relationships/slide" Target="slides/slide16.xml" />
  <Relationship Id="rId22" Type="http://schemas.openxmlformats.org/officeDocument/2006/relationships/slide" Target="slides/slide17.xml" />
  <Relationship Id="rId23" Type="http://schemas.openxmlformats.org/officeDocument/2006/relationships/slide" Target="slides/slide18.xml" />
  <Relationship Id="rId24" Type="http://schemas.openxmlformats.org/officeDocument/2006/relationships/slide" Target="slides/slide19.xml" />
  <Relationship Id="rId25" Type="http://schemas.openxmlformats.org/officeDocument/2006/relationships/slide" Target="slides/slide20.xml" />
</Relationships>
</file>

<file path=ppt/slideLayouts/_rels/slideLayout1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3.emf" />
  <Relationship Id="rId2" Type="http://schemas.openxmlformats.org/officeDocument/2006/relationships/image" Target="../media/image2.jpeg" />
  <Relationship Id="rId1" Type="http://schemas.openxmlformats.org/officeDocument/2006/relationships/slideMaster" Target="../slideMasters/slideMaster1.xml" />
</Relationships>
</file>

<file path=ppt/slideLayouts/_rels/slideLayout2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5.emf" />
  <Relationship Id="rId2" Type="http://schemas.openxmlformats.org/officeDocument/2006/relationships/image" Target="../media/image4.png" />
  <Relationship Id="rId1" Type="http://schemas.openxmlformats.org/officeDocument/2006/relationships/slideMaster" Target="../slideMasters/slideMaster1.xml" />
</Relationships>
</file>

<file path=ppt/slideLayouts/_rels/slideLayout3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5.emf" />
  <Relationship Id="rId2" Type="http://schemas.openxmlformats.org/officeDocument/2006/relationships/image" Target="../media/image6.jpeg" />
  <Relationship Id="rId1" Type="http://schemas.openxmlformats.org/officeDocument/2006/relationships/slideMaster" Target="../slideMasters/slideMaster1.xml" />
</Relationships>
</file>

<file path=ppt/slideLayouts/_rels/slideLayout4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5.emf" />
  <Relationship Id="rId2" Type="http://schemas.openxmlformats.org/officeDocument/2006/relationships/image" Target="../media/image7.png" />
  <Relationship Id="rId1" Type="http://schemas.openxmlformats.org/officeDocument/2006/relationships/slideMaster" Target="../slideMasters/slideMaster1.xml" />
</Relationships>
</file>

<file path=ppt/slideLayouts/_rels/slideLayout5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3.emf" />
  <Relationship Id="rId2" Type="http://schemas.openxmlformats.org/officeDocument/2006/relationships/image" Target="../media/image8.png" />
  <Relationship Id="rId1" Type="http://schemas.openxmlformats.org/officeDocument/2006/relationships/slideMaster" Target="../slideMasters/slideMaster1.xml" />
</Relationships>
</file>

<file path=ppt/slideLayouts/_rels/slideLayout6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3.emf" />
  <Relationship Id="rId2" Type="http://schemas.openxmlformats.org/officeDocument/2006/relationships/image" Target="../media/image9.png" />
  <Relationship Id="rId1" Type="http://schemas.openxmlformats.org/officeDocument/2006/relationships/slideMaster" Target="../slideMasters/slideMaster1.xml" />
</Relationships>
</file>

<file path=ppt/slideLayouts/_rels/slideLayout7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5.emf" />
  <Relationship Id="rId2" Type="http://schemas.openxmlformats.org/officeDocument/2006/relationships/image" Target="../media/image10.jpeg" />
  <Relationship Id="rId1" Type="http://schemas.openxmlformats.org/officeDocument/2006/relationships/slideMaster" Target="../slideMasters/slideMaster1.xml" />
</Relationships>
</file>

<file path=ppt/slideLayouts/_rels/slideLayout8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5.emf" />
  <Relationship Id="rId2" Type="http://schemas.openxmlformats.org/officeDocument/2006/relationships/image" Target="../media/image11.png" />
  <Relationship Id="rId1" Type="http://schemas.openxmlformats.org/officeDocument/2006/relationships/slideMaster" Target="../slideMasters/slideMaster1.xml" />
</Relationships>
</file>

<file path=ppt/slideLayouts/_rels/slideLayout9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5.emf" />
  <Relationship Id="rId2" Type="http://schemas.openxmlformats.org/officeDocument/2006/relationships/image" Target="../media/image12.svg" />
  <Relationship Id="rId1" Type="http://schemas.openxmlformats.org/officeDocument/2006/relationships/slideMaster" Target="../slideMasters/slideMaster1.xml" />
</Relationships>
</file>

<file path=ppt/slideLayouts/_rels/slideLayout10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5.emf" />
  <Relationship Id="rId2" Type="http://schemas.openxmlformats.org/officeDocument/2006/relationships/image" Target="../media/image13.png" />
  <Relationship Id="rId1" Type="http://schemas.openxmlformats.org/officeDocument/2006/relationships/slideMaster" Target="../slideMasters/slideMaster1.xml" />
</Relationships>
</file>

<file path=ppt/slideLayouts/_rels/slideLayout11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5.emf" />
  <Relationship Id="rId1" Type="http://schemas.openxmlformats.org/officeDocument/2006/relationships/slideMaster" Target="../slideMasters/slideMaster1.xml" />
</Relationships>
</file>

<file path=ppt/slideLayouts/_rels/slideLayout1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1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1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1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1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1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1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1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2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2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2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2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2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25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14.jpg" />
  <Relationship Id="rId1" Type="http://schemas.openxmlformats.org/officeDocument/2006/relationships/slideMaster" Target="../slideMasters/slideMaster1.xml" />
</Relationships>
</file>

<file path=ppt/slideLayouts/_rels/slideLayout26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14.jpg" />
  <Relationship Id="rId1" Type="http://schemas.openxmlformats.org/officeDocument/2006/relationships/slideMaster" Target="../slideMasters/slideMaster1.xml" />
</Relationships>
</file>

<file path=ppt/slideLayouts/_rels/slideLayout2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28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15.jpg" />
  <Relationship Id="rId1" Type="http://schemas.openxmlformats.org/officeDocument/2006/relationships/slideMaster" Target="../slideMasters/slideMaster1.xml" />
</Relationships>
</file>

<file path=ppt/slideLayouts/_rels/slideLayout2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3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3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3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33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17.jpg" />
  <Relationship Id="rId2" Type="http://schemas.openxmlformats.org/officeDocument/2006/relationships/image" Target="../media/image16.jpg" />
  <Relationship Id="rId1" Type="http://schemas.openxmlformats.org/officeDocument/2006/relationships/slideMaster" Target="../slideMasters/slideMaster1.xml" />
</Relationships>
</file>

<file path=ppt/slideLayouts/_rels/slideLayout34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19.jpg" />
  <Relationship Id="rId2" Type="http://schemas.openxmlformats.org/officeDocument/2006/relationships/image" Target="../media/image18.jpg" />
  <Relationship Id="rId1" Type="http://schemas.openxmlformats.org/officeDocument/2006/relationships/slideMaster" Target="../slideMasters/slideMaster1.xml" />
  <Relationship Id="rId4" Type="http://schemas.openxmlformats.org/officeDocument/2006/relationships/image" Target="../media/image20.jpg" />
</Relationships>
</file>

<file path=ppt/slideLayouts/_rels/slideLayout35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22.png" />
  <Relationship Id="rId2" Type="http://schemas.openxmlformats.org/officeDocument/2006/relationships/image" Target="../media/image21.png" />
  <Relationship Id="rId1" Type="http://schemas.openxmlformats.org/officeDocument/2006/relationships/slideMaster" Target="../slideMasters/slideMaster1.xml" />
  <Relationship Id="rId5" Type="http://schemas.openxmlformats.org/officeDocument/2006/relationships/image" Target="../media/image24.svg" />
  <Relationship Id="rId4" Type="http://schemas.openxmlformats.org/officeDocument/2006/relationships/image" Target="../media/image23.png" />
</Relationships>
</file>

<file path=ppt/slideLayouts/_rels/slideLayout3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3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3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3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4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4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4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4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4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4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4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4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4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4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50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25.jpeg" />
  <Relationship Id="rId1" Type="http://schemas.openxmlformats.org/officeDocument/2006/relationships/slideMaster" Target="../slideMasters/slideMaster1.xml" />
</Relationships>
</file>

<file path=ppt/slideLayouts/_rels/slideLayout51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26.jpeg" />
  <Relationship Id="rId1" Type="http://schemas.openxmlformats.org/officeDocument/2006/relationships/slideMaster" Target="../slideMasters/slideMaster1.xml" />
</Relationships>
</file>

<file path=ppt/slideLayouts/_rels/slideLayout52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27.png" />
  <Relationship Id="rId1" Type="http://schemas.openxmlformats.org/officeDocument/2006/relationships/slideMaster" Target="../slideMasters/slideMaster1.xml" />
</Relationships>
</file>

<file path=ppt/slideLayouts/_rels/slideLayout53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28.png" />
  <Relationship Id="rId1" Type="http://schemas.openxmlformats.org/officeDocument/2006/relationships/slideMaster" Target="../slideMasters/slideMaster1.xml" />
</Relationships>
</file>

<file path=ppt/slideLayouts/_rels/slideLayout54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29.png" />
  <Relationship Id="rId1" Type="http://schemas.openxmlformats.org/officeDocument/2006/relationships/slideMaster" Target="../slideMasters/slideMaster1.xml" />
</Relationships>
</file>

<file path=ppt/slideLayouts/_rels/slideLayout55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30.jpeg" />
  <Relationship Id="rId1" Type="http://schemas.openxmlformats.org/officeDocument/2006/relationships/slideMaster" Target="../slideMasters/slideMaster1.xml" />
</Relationships>
</file>

<file path=ppt/slideLayouts/_rels/slideLayout56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31.png" />
  <Relationship Id="rId1" Type="http://schemas.openxmlformats.org/officeDocument/2006/relationships/slideMaster" Target="../slideMasters/slideMaster1.xml" />
</Relationships>
</file>

<file path=ppt/slideLayouts/_rels/slideLayout57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32.jpeg" />
  <Relationship Id="rId1" Type="http://schemas.openxmlformats.org/officeDocument/2006/relationships/slideMaster" Target="../slideMasters/slideMaster1.xml" />
</Relationships>
</file>

<file path=ppt/slideLayouts/_rels/slideLayout58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33.png" />
  <Relationship Id="rId1" Type="http://schemas.openxmlformats.org/officeDocument/2006/relationships/slideMaster" Target="../slideMasters/slideMaster1.xml" />
</Relationships>
</file>

<file path=ppt/slideLayouts/_rels/slideLayout59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34.png" />
  <Relationship Id="rId1" Type="http://schemas.openxmlformats.org/officeDocument/2006/relationships/slideMaster" Target="../slideMasters/slideMaster1.xml" />
</Relationships>
</file>

<file path=ppt/slideLayouts/_rels/slideLayout60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35.png" />
  <Relationship Id="rId1" Type="http://schemas.openxmlformats.org/officeDocument/2006/relationships/slideMaster" Target="../slideMasters/slideMaster1.xml" />
</Relationships>
</file>

<file path=ppt/slideLayouts/_rels/slideLayout61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37.jpg" />
  <Relationship Id="rId2" Type="http://schemas.openxmlformats.org/officeDocument/2006/relationships/image" Target="../media/image36.jpeg" />
  <Relationship Id="rId1" Type="http://schemas.openxmlformats.org/officeDocument/2006/relationships/slideMaster" Target="../slideMasters/slideMaster1.xml" />
</Relationships>
</file>

<file path=ppt/slideLayouts/_rels/slideLayout62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38.png" />
  <Relationship Id="rId1" Type="http://schemas.openxmlformats.org/officeDocument/2006/relationships/slideMaster" Target="../slideMasters/slideMaster1.xml" />
</Relationships>
</file>

<file path=ppt/slideLayouts/_rels/slideLayout63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39.png" />
  <Relationship Id="rId1" Type="http://schemas.openxmlformats.org/officeDocument/2006/relationships/slideMaster" Target="../slideMasters/slideMaster1.xml" />
</Relationships>
</file>

<file path=ppt/slideLayouts/_rels/slideLayout64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40.jpg" />
  <Relationship Id="rId1" Type="http://schemas.openxmlformats.org/officeDocument/2006/relationships/slideMaster" Target="../slideMasters/slideMaster1.xml" />
</Relationships>
</file>

<file path=ppt/slideLayouts/_rels/slideLayout65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40.jpg" />
  <Relationship Id="rId1" Type="http://schemas.openxmlformats.org/officeDocument/2006/relationships/slideMaster" Target="../slideMasters/slideMaster1.xml" />
</Relationships>
</file>

<file path=ppt/slideLayouts/_rels/slideLayout66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5.emf" />
  <Relationship Id="rId2" Type="http://schemas.openxmlformats.org/officeDocument/2006/relationships/image" Target="../media/image41.jpeg" />
  <Relationship Id="rId1" Type="http://schemas.openxmlformats.org/officeDocument/2006/relationships/slideMaster" Target="../slideMasters/slideMaster1.xml" />
</Relationships>
</file>

<file path=ppt/slideLayouts/_rels/slideLayout67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5.emf" />
  <Relationship Id="rId2" Type="http://schemas.openxmlformats.org/officeDocument/2006/relationships/image" Target="../media/image42.png" />
  <Relationship Id="rId1" Type="http://schemas.openxmlformats.org/officeDocument/2006/relationships/slideMaster" Target="../slideMasters/slideMaster1.xml" />
</Relationships>
</file>

<file path=ppt/slideLayouts/_rels/slideLayout6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6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70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3.emf" />
  <Relationship Id="rId1" Type="http://schemas.openxmlformats.org/officeDocument/2006/relationships/slideMaster" Target="../slideMasters/slideMaster1.xml" />
</Relationships>
</file>

<file path=ppt/slideLayouts/_rels/slideLayout7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7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lki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MS logo white - EMF" descr="Microsoft logo white text version">
            <a:extLst>
              <a:ext uri="{FF2B5EF4-FFF2-40B4-BE49-F238E27FC236}">
                <a16:creationId xmlns:a16="http://schemas.microsoft.com/office/drawing/2014/main" id="{F7CD6B1F-AE52-08A4-59DD-ADA3920FEFA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3B4BC62-442D-D07F-D062-B23F459AF590}"/>
              </a:ext>
            </a:extLst>
          </p:cNvPr>
          <p:cNvSpPr txBox="1"/>
          <p:nvPr/>
        </p:nvSpPr>
        <p:spPr>
          <a:xfrm>
            <a:off x="584200" y="2841172"/>
            <a:ext cx="3790950" cy="14957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US" sz="5400" b="0" dirty="0">
                <a:solidFill>
                  <a:schemeClr val="bg1"/>
                </a:solidFill>
                <a:latin typeface="+mj-lt"/>
              </a:rPr>
              <a:t>Microsoft Azure</a:t>
            </a:r>
          </a:p>
        </p:txBody>
      </p:sp>
    </p:spTree>
    <p:extLst>
      <p:ext uri="{BB962C8B-B14F-4D97-AF65-F5344CB8AC3E}">
        <p14:creationId xmlns:p14="http://schemas.microsoft.com/office/powerpoint/2010/main" val="1837801934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Walkin">
    <p:bg>
      <p:bgPr>
        <a:blipFill dpi="0" rotWithShape="1">
          <a:blip r:embed="rId2">
            <a:lum/>
          </a:blip>
          <a:srcRect/>
          <a:stretch>
            <a:fillRect t="-3000" b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3B4BC62-442D-D07F-D062-B23F459AF590}"/>
              </a:ext>
            </a:extLst>
          </p:cNvPr>
          <p:cNvSpPr txBox="1"/>
          <p:nvPr/>
        </p:nvSpPr>
        <p:spPr>
          <a:xfrm>
            <a:off x="584200" y="2841172"/>
            <a:ext cx="3790950" cy="14957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US" sz="5400" b="0" dirty="0">
                <a:solidFill>
                  <a:schemeClr val="tx1"/>
                </a:solidFill>
                <a:latin typeface="+mj-lt"/>
              </a:rPr>
              <a:t>Microsoft Azure</a:t>
            </a:r>
          </a:p>
        </p:txBody>
      </p:sp>
      <p:pic>
        <p:nvPicPr>
          <p:cNvPr id="5" name="MS logo gray - EMF" descr="Microsoft logo, gray text version">
            <a:extLst>
              <a:ext uri="{FF2B5EF4-FFF2-40B4-BE49-F238E27FC236}">
                <a16:creationId xmlns:a16="http://schemas.microsoft.com/office/drawing/2014/main" id="{8672AF12-6140-9E72-C268-A8ED4080CAD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499008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 スライド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C6B9E508-E424-C5B2-1415-EF47F2EDB13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55284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32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C6B9E508-E424-C5B2-1415-EF47F2EDB13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6590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32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bg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4" name="MS logo white - EMF" descr="Microsoft logo white text version">
            <a:extLst>
              <a:ext uri="{FF2B5EF4-FFF2-40B4-BE49-F238E27FC236}">
                <a16:creationId xmlns:a16="http://schemas.microsoft.com/office/drawing/2014/main" id="{0BB37EE3-73AC-5546-F43B-FE5420C7D02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02699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32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bg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4" name="MS logo white - EMF" descr="Microsoft logo white text version">
            <a:extLst>
              <a:ext uri="{FF2B5EF4-FFF2-40B4-BE49-F238E27FC236}">
                <a16:creationId xmlns:a16="http://schemas.microsoft.com/office/drawing/2014/main" id="{0BB37EE3-73AC-5546-F43B-FE5420C7D02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64222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32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2" name="MS logo gray - EMF" descr="Microsoft logo, gray text version">
            <a:extLst>
              <a:ext uri="{FF2B5EF4-FFF2-40B4-BE49-F238E27FC236}">
                <a16:creationId xmlns:a16="http://schemas.microsoft.com/office/drawing/2014/main" id="{BBFAAA10-F521-410E-1BB5-6D77902DD0C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94780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Slid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2" name="MS logo gray - EMF" descr="Microsoft logo, gray text version">
            <a:extLst>
              <a:ext uri="{FF2B5EF4-FFF2-40B4-BE49-F238E27FC236}">
                <a16:creationId xmlns:a16="http://schemas.microsoft.com/office/drawing/2014/main" id="{BBFAAA10-F521-410E-1BB5-6D77902DD0C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4114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3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C6B9E508-E424-C5B2-1415-EF47F2EDB13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9309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Slide 3">
    <p:bg>
      <p:bgPr>
        <a:blipFill dpi="0" rotWithShape="1">
          <a:blip r:embed="rId2">
            <a:lum/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C6B9E508-E424-C5B2-1415-EF47F2EDB13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903497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918223"/>
            <a:ext cx="9144000" cy="615553"/>
          </a:xfrm>
          <a:noFill/>
        </p:spPr>
        <p:txBody>
          <a:bodyPr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2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91440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3B0D12AE-ADCF-1091-117F-BB03F7EC506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621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496">
          <p15:clr>
            <a:srgbClr val="5ACBF0"/>
          </p15:clr>
        </p15:guide>
        <p15:guide id="3" pos="6132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08CE50-46CE-0973-AC08-7477BEAD0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03424D10-01E7-37F9-6091-2C95487D9F7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8275"/>
            <a:ext cx="2532063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FDFE8ED1-0EC9-B339-1813-0B4260A0A2D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283115"/>
            <a:ext cx="2532063" cy="1600438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1600" dirty="0"/>
            </a:lvl1pPr>
            <a:lvl2pPr>
              <a:defRPr lang="en-US" sz="1600" dirty="0"/>
            </a:lvl2pPr>
            <a:lvl3pPr>
              <a:defRPr lang="en-US" sz="1600" dirty="0"/>
            </a:lvl3pPr>
            <a:lvl4pPr>
              <a:defRPr lang="en-US" sz="1400" dirty="0"/>
            </a:lvl4pPr>
            <a:lvl5pPr>
              <a:defRPr lang="en-US" sz="1400" dirty="0"/>
            </a:lvl5pPr>
          </a:lstStyle>
          <a:p>
            <a:pPr marL="141288" lvl="0" indent="-141288"/>
            <a:r>
              <a:rPr lang="ja-JP" altLang="en-US"/>
              <a:t>マスター テキストの書式設定</a:t>
            </a:r>
          </a:p>
          <a:p>
            <a:pPr marL="141288" lvl="1" indent="-141288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marL="141288" lvl="2" indent="-141288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marL="141288" lvl="3" indent="-141288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marL="141288" lvl="4" indent="-141288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823006D8-810A-DCBB-7E79-17F6322E2FF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125" y="1438275"/>
            <a:ext cx="2533650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ADAAB847-57CB-2458-2ADA-6D777079407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13125" y="2276475"/>
            <a:ext cx="2532063" cy="1600438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1600" dirty="0"/>
            </a:lvl1pPr>
            <a:lvl2pPr>
              <a:defRPr lang="en-US" sz="1600" dirty="0"/>
            </a:lvl2pPr>
            <a:lvl3pPr>
              <a:defRPr lang="en-US" sz="1600" dirty="0"/>
            </a:lvl3pPr>
            <a:lvl4pPr>
              <a:defRPr lang="en-US" sz="1400" dirty="0"/>
            </a:lvl4pPr>
            <a:lvl5pPr>
              <a:defRPr lang="en-US" sz="1400" dirty="0"/>
            </a:lvl5pPr>
          </a:lstStyle>
          <a:p>
            <a:pPr marL="141288" lvl="0" indent="-141288"/>
            <a:r>
              <a:rPr lang="ja-JP" altLang="en-US"/>
              <a:t>マスター テキストの書式設定</a:t>
            </a:r>
          </a:p>
          <a:p>
            <a:pPr marL="141288" lvl="1" indent="-141288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marL="141288" lvl="2" indent="-141288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marL="141288" lvl="3" indent="-141288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marL="141288" lvl="4" indent="-141288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6B655A31-FF73-73EA-1EA8-00F13891AB9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4208" y="1438275"/>
            <a:ext cx="2532063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819634A-80BB-C620-3C16-1EA80A7B1C1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244208" y="2283115"/>
            <a:ext cx="2532063" cy="1600438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1600" dirty="0"/>
            </a:lvl1pPr>
            <a:lvl2pPr>
              <a:defRPr lang="en-US" sz="1600" dirty="0"/>
            </a:lvl2pPr>
            <a:lvl3pPr>
              <a:defRPr lang="en-US" sz="1600" dirty="0"/>
            </a:lvl3pPr>
            <a:lvl4pPr>
              <a:defRPr lang="en-US" sz="1400" dirty="0"/>
            </a:lvl4pPr>
            <a:lvl5pPr>
              <a:defRPr lang="en-US" sz="1400" dirty="0"/>
            </a:lvl5pPr>
          </a:lstStyle>
          <a:p>
            <a:pPr marL="141288" lvl="0" indent="-141288"/>
            <a:r>
              <a:rPr lang="ja-JP" altLang="en-US"/>
              <a:t>マスター テキストの書式設定</a:t>
            </a:r>
          </a:p>
          <a:p>
            <a:pPr marL="141288" lvl="1" indent="-141288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marL="141288" lvl="2" indent="-141288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marL="141288" lvl="3" indent="-141288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marL="141288" lvl="4" indent="-141288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05E7CC6D-40F5-C58C-FC44-793B1A98AC5D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3133" y="1438275"/>
            <a:ext cx="2533650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6B93ED5-5CA7-C983-373E-E42D7424C7C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073133" y="2276475"/>
            <a:ext cx="2532063" cy="1600438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1600"/>
            </a:lvl1pPr>
            <a:lvl2pPr>
              <a:defRPr lang="en-US" sz="1600"/>
            </a:lvl2pPr>
            <a:lvl3pPr>
              <a:defRPr lang="en-US" sz="1600"/>
            </a:lvl3pPr>
            <a:lvl4pPr>
              <a:defRPr lang="en-US" sz="1400"/>
            </a:lvl4pPr>
            <a:lvl5pPr>
              <a:defRPr lang="en-US" sz="1400" dirty="0"/>
            </a:lvl5pPr>
          </a:lstStyle>
          <a:p>
            <a:pPr marL="141288" lvl="0" indent="-141288"/>
            <a:r>
              <a:rPr lang="ja-JP" altLang="en-US"/>
              <a:t>マスター テキストの書式設定</a:t>
            </a:r>
          </a:p>
          <a:p>
            <a:pPr marL="141288" lvl="1" indent="-141288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marL="141288" lvl="2" indent="-141288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marL="141288" lvl="3" indent="-141288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marL="141288" lvl="4" indent="-141288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7652720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435100"/>
            <a:ext cx="11018838" cy="483393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9662A5-6E2F-47B0-9B6E-E87983D375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56515338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4B655BA-10A4-4A57-89DB-CFFBE1CA1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6390" y="1434370"/>
            <a:ext cx="11018520" cy="2308324"/>
          </a:xfrm>
        </p:spPr>
        <p:txBody>
          <a:bodyPr wrap="square">
            <a:sp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477604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905">
          <p15:clr>
            <a:srgbClr val="5ACBF0"/>
          </p15:clr>
        </p15:guide>
        <p15:guide id="4" orient="horz" pos="1272">
          <p15:clr>
            <a:srgbClr val="5ACBF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Bulle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2550-DA43-453C-A328-33C740E6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4B7A288-CDAC-4184-9F73-137C95F5E64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0" y="1435100"/>
            <a:ext cx="5211763" cy="48339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EC22105-78D6-4753-94FA-3DA949361A9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89688" y="1435100"/>
            <a:ext cx="5219700" cy="48339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6A123D-3A27-499F-9210-3E0D7CED39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98402616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276">
          <p15:clr>
            <a:srgbClr val="5ACBF0"/>
          </p15:clr>
        </p15:guide>
        <p15:guide id="3" orient="horz" pos="904">
          <p15:clr>
            <a:srgbClr val="5ACBF0"/>
          </p15:clr>
        </p15:guide>
        <p15:guide id="4" pos="3660">
          <p15:clr>
            <a:srgbClr val="5ACBF0"/>
          </p15:clr>
        </p15:guide>
        <p15:guide id="5" pos="4024">
          <p15:clr>
            <a:srgbClr val="5ACBF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4200" y="1435100"/>
            <a:ext cx="5212080" cy="1649682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2800" b="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/>
            </a:lvl2pPr>
            <a:lvl3pPr marL="450850" indent="0">
              <a:buFont typeface="Wingdings" panose="05000000000000000000" pitchFamily="2" charset="2"/>
              <a:buNone/>
              <a:tabLst/>
              <a:defRPr sz="1600" b="0"/>
            </a:lvl3pPr>
            <a:lvl4pPr marL="652462" indent="0">
              <a:buFont typeface="Wingdings" panose="05000000000000000000" pitchFamily="2" charset="2"/>
              <a:buNone/>
              <a:defRPr sz="1400" b="0"/>
            </a:lvl4pPr>
            <a:lvl5pPr marL="854075" indent="0">
              <a:buFont typeface="Wingdings" panose="05000000000000000000" pitchFamily="2" charset="2"/>
              <a:buNone/>
              <a:tabLst/>
              <a:defRPr sz="1400" b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8E9CDCB4-03E1-4763-B83E-A1334BCDB0C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97171" y="1435100"/>
            <a:ext cx="5212080" cy="1649682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2800" b="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/>
            </a:lvl2pPr>
            <a:lvl3pPr marL="450850" indent="0">
              <a:buFont typeface="Wingdings" panose="05000000000000000000" pitchFamily="2" charset="2"/>
              <a:buNone/>
              <a:tabLst/>
              <a:defRPr sz="1600" b="0"/>
            </a:lvl3pPr>
            <a:lvl4pPr marL="652462" indent="0">
              <a:buFont typeface="Wingdings" panose="05000000000000000000" pitchFamily="2" charset="2"/>
              <a:buNone/>
              <a:defRPr sz="1400" b="0"/>
            </a:lvl4pPr>
            <a:lvl5pPr marL="854075" indent="0">
              <a:buFont typeface="Wingdings" panose="05000000000000000000" pitchFamily="2" charset="2"/>
              <a:buNone/>
              <a:tabLst/>
              <a:defRPr sz="1400" b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70557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272">
          <p15:clr>
            <a:srgbClr val="5ACBF0"/>
          </p15:clr>
        </p15:guide>
        <p15:guide id="3" orient="horz" pos="904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Bullet with Subhea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D525736-DEE8-4391-8135-23DE0640053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8E90344-0294-48E2-AAF0-601BB99500E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084388"/>
            <a:ext cx="5219700" cy="1612749"/>
          </a:xfrm>
        </p:spPr>
        <p:txBody>
          <a:bodyPr>
            <a:spAutoFit/>
          </a:bodyPr>
          <a:lstStyle>
            <a:lvl1pPr marL="171450" indent="-171450">
              <a:defRPr lang="en-US" sz="2400" dirty="0"/>
            </a:lvl1pPr>
            <a:lvl2pPr marL="342900" indent="-171450">
              <a:defRPr lang="en-US" dirty="0"/>
            </a:lvl2pPr>
            <a:lvl3pPr marL="514350" indent="-171450">
              <a:defRPr lang="en-US" dirty="0"/>
            </a:lvl3pPr>
            <a:lvl4pPr marL="666750" indent="-152400">
              <a:defRPr lang="en-US" dirty="0"/>
            </a:lvl4pPr>
            <a:lvl5pPr marL="793750" indent="-120650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B4F729D4-B1F1-45F2-A06A-40234B19C88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97625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1F896FB-325C-4849-B372-8DF0D6C0562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97625" y="2084388"/>
            <a:ext cx="5219700" cy="1612749"/>
          </a:xfrm>
        </p:spPr>
        <p:txBody>
          <a:bodyPr>
            <a:spAutoFit/>
          </a:bodyPr>
          <a:lstStyle>
            <a:lvl1pPr marL="171450" indent="-171450">
              <a:defRPr lang="en-US" sz="2400" dirty="0"/>
            </a:lvl1pPr>
            <a:lvl2pPr marL="342900" indent="-171450">
              <a:defRPr lang="en-US" dirty="0"/>
            </a:lvl2pPr>
            <a:lvl3pPr marL="514350" indent="-171450">
              <a:defRPr lang="en-US" dirty="0"/>
            </a:lvl3pPr>
            <a:lvl4pPr marL="685800" indent="-136525">
              <a:defRPr lang="en-US" dirty="0"/>
            </a:lvl4pPr>
            <a:lvl5pPr marL="793750" indent="-120650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969892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311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  <p15:guide id="7" orient="horz" pos="905">
          <p15:clr>
            <a:srgbClr val="5ACBF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Content with Subhea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C2759870-0BEA-44DC-A414-1C70D04E35C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BFEF95FA-F121-4653-B60A-0D068C345462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88963" y="2081212"/>
            <a:ext cx="5214937" cy="4187825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C327262A-D327-4189-AD22-BAD67CF4AB7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97625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Content Placeholder 14">
            <a:extLst>
              <a:ext uri="{FF2B5EF4-FFF2-40B4-BE49-F238E27FC236}">
                <a16:creationId xmlns:a16="http://schemas.microsoft.com/office/drawing/2014/main" id="{47F8EAA9-0E64-4589-A234-BC31685BE7D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94451" y="2081212"/>
            <a:ext cx="5214937" cy="4187825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ADFBB8-E1C1-D5AB-8154-CBA2D9EFB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7815760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311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  <p15:guide id="7" orient="horz" pos="905">
          <p15:clr>
            <a:srgbClr val="5ACBF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Column Bullet with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260F77E-464D-46F7-A8F8-6F281DAB0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CB20F198-3776-433D-85A8-C2B6AC6235F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7" y="1438275"/>
            <a:ext cx="3264408" cy="67710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2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7BC59AA-6CF8-4091-8008-21AA9AD8E8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5217" y="2390775"/>
            <a:ext cx="3264408" cy="1760482"/>
          </a:xfrm>
        </p:spPr>
        <p:txBody>
          <a:bodyPr wrap="square">
            <a:spAutoFit/>
          </a:bodyPr>
          <a:lstStyle>
            <a:lvl1pPr marL="176213" indent="-176213">
              <a:defRPr lang="en-US" sz="2000" dirty="0"/>
            </a:lvl1pPr>
            <a:lvl2pPr marL="322263" indent="-150813">
              <a:defRPr lang="en-US" sz="1800" dirty="0"/>
            </a:lvl2pPr>
            <a:lvl3pPr marL="466725" indent="-138113">
              <a:defRPr lang="en-US" dirty="0"/>
            </a:lvl3pPr>
            <a:lvl4pPr marL="595313" indent="-128588">
              <a:defRPr lang="en-US" dirty="0"/>
            </a:lvl4pPr>
            <a:lvl5pPr marL="731838" indent="-122238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BECED387-BA3E-49B2-8F1E-0E371E09E0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463796" y="1438275"/>
            <a:ext cx="3264408" cy="67710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2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6B26A1CD-81F9-4C2F-896F-E69757C6658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463796" y="2384135"/>
            <a:ext cx="3264408" cy="1760482"/>
          </a:xfrm>
        </p:spPr>
        <p:txBody>
          <a:bodyPr wrap="square">
            <a:spAutoFit/>
          </a:bodyPr>
          <a:lstStyle>
            <a:lvl1pPr marL="176213" indent="-176213">
              <a:defRPr lang="en-US" sz="2000" dirty="0"/>
            </a:lvl1pPr>
            <a:lvl2pPr marL="398463" indent="-169863">
              <a:defRPr lang="en-US" sz="1800" dirty="0"/>
            </a:lvl2pPr>
            <a:lvl3pPr marL="555625" indent="-157163">
              <a:defRPr lang="en-US" dirty="0"/>
            </a:lvl3pPr>
            <a:lvl4pPr marL="685800" indent="-136525">
              <a:defRPr lang="en-US" dirty="0"/>
            </a:lvl4pPr>
            <a:lvl5pPr marL="800100" indent="-111125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79263A4B-A9A8-4CE5-96A8-6F6EC365E51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342375" y="1438275"/>
            <a:ext cx="3264408" cy="67710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2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2205743D-F71A-4647-9BE4-2900BDA2582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42375" y="2390775"/>
            <a:ext cx="3264408" cy="1760482"/>
          </a:xfrm>
        </p:spPr>
        <p:txBody>
          <a:bodyPr wrap="square">
            <a:spAutoFit/>
          </a:bodyPr>
          <a:lstStyle>
            <a:lvl1pPr marL="176213" indent="-176213">
              <a:defRPr lang="en-US" sz="2000" dirty="0"/>
            </a:lvl1pPr>
            <a:lvl2pPr marL="398463" indent="-169863">
              <a:defRPr lang="en-US" sz="1800" dirty="0"/>
            </a:lvl2pPr>
            <a:lvl3pPr marL="555625" indent="-157163">
              <a:defRPr lang="en-US" dirty="0"/>
            </a:lvl3pPr>
            <a:lvl4pPr marL="685800" indent="-136525">
              <a:defRPr lang="en-US" dirty="0"/>
            </a:lvl4pPr>
            <a:lvl5pPr marL="800100" indent="-111125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40246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1506">
          <p15:clr>
            <a:srgbClr val="5ACBF0"/>
          </p15:clr>
        </p15:guide>
        <p15:guide id="4" orient="horz" pos="90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2430">
          <p15:clr>
            <a:srgbClr val="5ACBF0"/>
          </p15:clr>
        </p15:guide>
        <p15:guide id="7" pos="2832">
          <p15:clr>
            <a:srgbClr val="5ACBF0"/>
          </p15:clr>
        </p15:guide>
        <p15:guide id="8" pos="4871">
          <p15:clr>
            <a:srgbClr val="5ACBF0"/>
          </p15:clr>
        </p15:guide>
        <p15:guide id="9" pos="5251">
          <p15:clr>
            <a:srgbClr val="5ACBF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Column Bullet with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A434B7-D4B9-4D45-A31C-F0CC4D227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92783506-927E-48F7-8EFC-36257F3E281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8275"/>
            <a:ext cx="2532063" cy="55399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800" b="1">
                <a:gradFill>
                  <a:gsLst>
                    <a:gs pos="0">
                      <a:srgbClr val="31ACBD"/>
                    </a:gs>
                    <a:gs pos="68000">
                      <a:schemeClr val="tx2"/>
                    </a:gs>
                  </a:gsLst>
                  <a:lin ang="10800000" scaled="1"/>
                </a:gra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FB6093D3-3EDF-4A80-8450-C5EBB19907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28311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438D2C80-6884-451D-8D7D-B69022CCC5C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125" y="1438275"/>
            <a:ext cx="2533650" cy="55399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1800" b="1">
                <a:gradFill>
                  <a:gsLst>
                    <a:gs pos="100000">
                      <a:srgbClr val="3EA89B"/>
                    </a:gs>
                    <a:gs pos="0">
                      <a:srgbClr val="225B62"/>
                    </a:gs>
                  </a:gsLst>
                  <a:lin ang="10800000" scaled="1"/>
                </a:gradFill>
                <a:latin typeface="+mj-lt"/>
              </a:defRPr>
            </a:lvl1pPr>
          </a:lstStyle>
          <a:p>
            <a:pPr marL="0" lvl="0" indent="0">
              <a:spcBef>
                <a:spcPts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7614A884-0AD6-4A85-A432-2B13E7464DA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13125" y="227647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7D8FFDED-9FE5-4D94-8EB0-7D645C10FBF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4208" y="1438275"/>
            <a:ext cx="2532063" cy="55399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1800" b="1" dirty="0">
                <a:gradFill>
                  <a:gsLst>
                    <a:gs pos="0">
                      <a:srgbClr val="F4364C"/>
                    </a:gs>
                    <a:gs pos="68000">
                      <a:srgbClr val="C03BC4"/>
                    </a:gs>
                  </a:gsLst>
                  <a:lin ang="10800000" scaled="1"/>
                </a:gradFill>
                <a:latin typeface="+mj-lt"/>
              </a:defRPr>
            </a:lvl1pPr>
          </a:lstStyle>
          <a:p>
            <a:pPr marL="0" lvl="0" indent="0">
              <a:spcBef>
                <a:spcPts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429D954-9297-44FA-B7BD-56586012419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244208" y="228311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04D43B0D-50F8-4F63-AFA3-34A46F42E81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3133" y="1438275"/>
            <a:ext cx="2533650" cy="55399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1800" b="1">
                <a:gradFill>
                  <a:gsLst>
                    <a:gs pos="0">
                      <a:srgbClr val="FF9318"/>
                    </a:gs>
                    <a:gs pos="44000">
                      <a:srgbClr val="FF5C39"/>
                    </a:gs>
                  </a:gsLst>
                  <a:lin ang="10800000" scaled="1"/>
                </a:gradFill>
                <a:latin typeface="+mj-lt"/>
              </a:defRPr>
            </a:lvl1pPr>
          </a:lstStyle>
          <a:p>
            <a:pPr marL="0" lvl="0" indent="0">
              <a:spcBef>
                <a:spcPts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804CEFDA-6A6F-42D3-B65C-4BE1054C905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073133" y="227647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501520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4" orient="horz" pos="90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963">
          <p15:clr>
            <a:srgbClr val="5ACBF0"/>
          </p15:clr>
        </p15:guide>
        <p15:guide id="7" pos="2150">
          <p15:clr>
            <a:srgbClr val="5ACBF0"/>
          </p15:clr>
        </p15:guide>
        <p15:guide id="8" pos="3746">
          <p15:clr>
            <a:srgbClr val="5ACBF0"/>
          </p15:clr>
        </p15:guide>
        <p15:guide id="9" pos="3934">
          <p15:clr>
            <a:srgbClr val="5ACBF0"/>
          </p15:clr>
        </p15:guide>
        <p15:guide id="10" pos="5530">
          <p15:clr>
            <a:srgbClr val="5ACBF0"/>
          </p15:clr>
        </p15:guide>
        <p15:guide id="11" pos="5716">
          <p15:clr>
            <a:srgbClr val="5ACBF0"/>
          </p15:clr>
        </p15:guide>
        <p15:guide id="12" orient="horz" pos="1436">
          <p15:clr>
            <a:srgbClr val="5ACBF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ve Column Bullet with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A434B7-D4B9-4D45-A31C-F0CC4D227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92783506-927E-48F7-8EFC-36257F3E281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4200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FB6093D3-3EDF-4A80-8450-C5EBB19907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28311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438D2C80-6884-451D-8D7D-B69022CCC5C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849007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7614A884-0AD6-4A85-A432-2B13E7464DA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849007" y="227647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7D8FFDED-9FE5-4D94-8EB0-7D645C10FBF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13814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429D954-9297-44FA-B7BD-56586012419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13814" y="228311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04D43B0D-50F8-4F63-AFA3-34A46F42E81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378621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804CEFDA-6A6F-42D3-B65C-4BE1054C905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378621" y="227647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540485AC-5036-400C-92C3-D3E9EC0252B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643428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F90290A2-7689-4DF5-971A-36C2D917341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43428" y="227647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387365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4" orient="horz" pos="90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610">
          <p15:clr>
            <a:srgbClr val="5ACBF0"/>
          </p15:clr>
        </p15:guide>
        <p15:guide id="7" pos="1795">
          <p15:clr>
            <a:srgbClr val="5ACBF0"/>
          </p15:clr>
        </p15:guide>
        <p15:guide id="8" pos="3035">
          <p15:clr>
            <a:srgbClr val="5ACBF0"/>
          </p15:clr>
        </p15:guide>
        <p15:guide id="9" pos="3221">
          <p15:clr>
            <a:srgbClr val="5ACBF0"/>
          </p15:clr>
        </p15:guide>
        <p15:guide id="10" pos="4461">
          <p15:clr>
            <a:srgbClr val="5ACBF0"/>
          </p15:clr>
        </p15:guide>
        <p15:guide id="11" pos="5890">
          <p15:clr>
            <a:srgbClr val="5ACBF0"/>
          </p15:clr>
        </p15:guide>
        <p15:guide id="12" orient="horz" pos="1436">
          <p15:clr>
            <a:srgbClr val="5ACBF0"/>
          </p15:clr>
        </p15:guide>
        <p15:guide id="13" pos="4646">
          <p15:clr>
            <a:srgbClr val="5ACBF0"/>
          </p15:clr>
        </p15:guide>
        <p15:guide id="14" pos="6072">
          <p15:clr>
            <a:srgbClr val="5ACBF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537751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 - left si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2875002"/>
            <a:ext cx="4127692" cy="1107996"/>
          </a:xfrm>
        </p:spPr>
        <p:txBody>
          <a:bodyPr wrap="square" anchor="ctr">
            <a:sp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380103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30" orient="horz" pos="288">
          <p15:clr>
            <a:srgbClr val="5ACBF0"/>
          </p15:clr>
        </p15:guide>
        <p15:guide id="32" orient="horz" pos="2160">
          <p15:clr>
            <a:srgbClr val="5ACBF0"/>
          </p15:clr>
        </p15:guide>
        <p15:guide id="33" pos="2976">
          <p15:clr>
            <a:srgbClr val="5ACBF0"/>
          </p15:clr>
        </p15:guide>
        <p15:guide id="34" pos="3336">
          <p15:clr>
            <a:srgbClr val="5ACBF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mall title - half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4B2500C4-B436-4E3A-8A91-A02448A774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457200"/>
            <a:ext cx="5508419" cy="372410"/>
          </a:xfrm>
        </p:spPr>
        <p:txBody>
          <a:bodyPr tIns="64008"/>
          <a:lstStyle>
            <a:lvl1pPr>
              <a:defRPr sz="2000" spc="0"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42657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52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  <p15:guide id="31" pos="3840">
          <p15:clr>
            <a:srgbClr val="5ACBF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- Square Photo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5C9167-B5C7-4834-AC78-240C8C3EF1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588963"/>
            <a:ext cx="4158362" cy="2535236"/>
          </a:xfrm>
        </p:spPr>
        <p:txBody>
          <a:bodyPr anchor="b"/>
          <a:lstStyle>
            <a:lvl1pPr>
              <a:defRPr/>
            </a:lvl1pPr>
          </a:lstStyle>
          <a:p>
            <a:r>
              <a:rPr lang="en-US" dirty="0"/>
              <a:t>Title square photo layout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780C89-4FC1-4FE7-AFCA-1C41A1B094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4200" y="3535540"/>
            <a:ext cx="4162425" cy="2733497"/>
          </a:xfrm>
        </p:spPr>
        <p:txBody>
          <a:bodyPr/>
          <a:lstStyle>
            <a:lvl1pPr marL="0" indent="0">
              <a:buNone/>
              <a:defRPr sz="2200">
                <a:latin typeface="+mn-lt"/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61988" indent="0">
              <a:buNone/>
              <a:defRPr/>
            </a:lvl4pPr>
            <a:lvl5pPr marL="855663" indent="0"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E18FD0C-FA99-4937-92CD-5CF7F279CD8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5334000" y="0"/>
            <a:ext cx="6858000" cy="6858000"/>
          </a:xfrm>
          <a:blipFill>
            <a:blip r:embed="rId2"/>
            <a:stretch>
              <a:fillRect/>
            </a:stretch>
          </a:blipFill>
        </p:spPr>
        <p:txBody>
          <a:bodyPr lIns="0" tIns="237744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BDF4B0-32EF-4DA8-9A83-B73DD8310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0807892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5ACBF0"/>
          </p15:clr>
        </p15:guide>
        <p15:guide id="7" orient="horz" pos="1968">
          <p15:clr>
            <a:srgbClr val="5ACBF0"/>
          </p15:clr>
        </p15:guide>
        <p15:guide id="8" orient="horz" pos="2226">
          <p15:clr>
            <a:srgbClr val="5ACBF0"/>
          </p15:clr>
        </p15:guide>
        <p15:guide id="10" pos="3729">
          <p15:clr>
            <a:srgbClr val="C35EA4"/>
          </p15:clr>
        </p15:guide>
        <p15:guide id="11" pos="2993">
          <p15:clr>
            <a:srgbClr val="5ACBF0"/>
          </p15:clr>
        </p15:guide>
        <p15:guide id="12" pos="3543">
          <p15:clr>
            <a:srgbClr val="A4A3A4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quare Photo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B92DE97-5F35-4963-AC7A-96FEB9806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4159950" cy="5683249"/>
          </a:xfrm>
        </p:spPr>
        <p:txBody>
          <a:bodyPr anchor="ctr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5334000" y="0"/>
            <a:ext cx="6858000" cy="6858000"/>
          </a:xfrm>
          <a:blipFill>
            <a:blip r:embed="rId2"/>
            <a:stretch>
              <a:fillRect/>
            </a:stretch>
          </a:blipFill>
        </p:spPr>
        <p:txBody>
          <a:bodyPr lIns="0" tIns="237744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09A47B-FEF5-47F3-B2DD-A73E7C3234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84884004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5ACBF0"/>
          </p15:clr>
        </p15:guide>
        <p15:guide id="5" orient="horz" pos="2160">
          <p15:clr>
            <a:srgbClr val="5ACBF0"/>
          </p15:clr>
        </p15:guide>
        <p15:guide id="6" pos="2991">
          <p15:clr>
            <a:srgbClr val="5ACBF0"/>
          </p15:clr>
        </p15:guide>
        <p15:guide id="7" pos="3728">
          <p15:clr>
            <a:srgbClr val="C35EA4"/>
          </p15:clr>
        </p15:guide>
        <p15:guide id="8" pos="3544">
          <p15:clr>
            <a:srgbClr val="A4A3A4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quare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4E2C6C6-B442-4DE7-9C6C-405B900531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2979738"/>
            <a:ext cx="4163125" cy="3289300"/>
          </a:xfrm>
        </p:spPr>
        <p:txBody>
          <a:bodyPr anchor="t"/>
          <a:lstStyle>
            <a:lvl1pPr>
              <a:defRPr sz="2800"/>
            </a:lvl1pPr>
          </a:lstStyle>
          <a:p>
            <a:r>
              <a:rPr lang="en-US" dirty="0"/>
              <a:t>Square photo layout with smaller text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EBEAA94-C151-43DE-8A5A-09E8A930427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5334000" y="0"/>
            <a:ext cx="6858000" cy="6858000"/>
          </a:xfrm>
          <a:gradFill flip="none" rotWithShape="1">
            <a:gsLst>
              <a:gs pos="47706">
                <a:schemeClr val="accent1"/>
              </a:gs>
              <a:gs pos="100000">
                <a:schemeClr val="accent3"/>
              </a:gs>
              <a:gs pos="60000">
                <a:schemeClr val="accent1"/>
              </a:gs>
            </a:gsLst>
            <a:lin ang="18900000" scaled="1"/>
            <a:tileRect/>
          </a:gradFill>
        </p:spPr>
        <p:txBody>
          <a:bodyPr lIns="0" tIns="237744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2F1290-9237-4BEE-AAAC-6708F28626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60313754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5ACBF0"/>
          </p15:clr>
        </p15:guide>
        <p15:guide id="3" orient="horz" pos="1877">
          <p15:clr>
            <a:srgbClr val="5ACBF0"/>
          </p15:clr>
        </p15:guide>
        <p15:guide id="4" pos="3731">
          <p15:clr>
            <a:srgbClr val="C35EA4"/>
          </p15:clr>
        </p15:guide>
        <p15:guide id="5" pos="2993">
          <p15:clr>
            <a:srgbClr val="5ACBF0"/>
          </p15:clr>
        </p15:guide>
        <p15:guide id="6" pos="3547">
          <p15:clr>
            <a:srgbClr val="A4A3A4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full bleed lower tit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A608AEF-BE66-4029-BA63-DA15E89C32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0" y="0"/>
            <a:ext cx="12192000" cy="6858000"/>
          </a:xfrm>
          <a:blipFill>
            <a:blip r:embed="rId2"/>
            <a:stretch>
              <a:fillRect/>
            </a:stretch>
          </a:blipFill>
        </p:spPr>
        <p:txBody>
          <a:bodyPr wrap="none" bIns="1554480" anchor="ctr">
            <a:noAutofit/>
          </a:bodyPr>
          <a:lstStyle>
            <a:lvl1pPr marL="0" indent="0" algn="ctr">
              <a:buNone/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3AC47-6988-4AF2-AB7A-F400B9B8392F}"/>
              </a:ext>
            </a:extLst>
          </p:cNvPr>
          <p:cNvSpPr>
            <a:spLocks noGrp="1"/>
          </p:cNvSpPr>
          <p:nvPr>
            <p:ph type="title"/>
          </p:nvPr>
        </p:nvSpPr>
        <p:spPr bwMode="ltGray">
          <a:xfrm>
            <a:off x="0" y="3657600"/>
            <a:ext cx="12192000" cy="3200400"/>
          </a:xfrm>
          <a:gradFill flip="none" rotWithShape="1">
            <a:gsLst>
              <a:gs pos="40000">
                <a:srgbClr val="000000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</p:spPr>
        <p:txBody>
          <a:bodyPr lIns="585216" tIns="585216" rIns="585216" bIns="585216" anchor="b" anchorCtr="0">
            <a:noAutofit/>
          </a:bodyPr>
          <a:lstStyle>
            <a:lvl1pPr>
              <a:defRPr sz="3600" spc="0">
                <a:solidFill>
                  <a:srgbClr val="FFFFFF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09554D-CD2C-F836-9A2C-88CABE5765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7984628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304">
          <p15:clr>
            <a:srgbClr val="5ACBF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full bleed lef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A608AEF-BE66-4029-BA63-DA15E89C32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0" y="0"/>
            <a:ext cx="12192000" cy="6858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wrap="none" bIns="1554480" anchor="ctr">
            <a:noAutofit/>
          </a:bodyPr>
          <a:lstStyle>
            <a:lvl1pPr marL="0" indent="0" algn="ctr">
              <a:buNone/>
              <a:defRPr sz="14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3AC47-6988-4AF2-AB7A-F400B9B839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ltGray">
          <a:xfrm>
            <a:off x="-3" y="0"/>
            <a:ext cx="5669280" cy="6858000"/>
          </a:xfrm>
          <a:gradFill flip="none" rotWithShape="1">
            <a:gsLst>
              <a:gs pos="50000">
                <a:srgbClr val="000000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  <a:tileRect/>
          </a:gradFill>
        </p:spPr>
        <p:txBody>
          <a:bodyPr lIns="585216" tIns="585216" rIns="585216" bIns="585216" anchor="ctr">
            <a:noAutofit/>
          </a:bodyPr>
          <a:lstStyle>
            <a:lvl1pPr>
              <a:defRPr sz="3600" spc="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4894F6-B50F-43E1-83FC-4F2200B2FA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41941478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7" pos="3576">
          <p15:clr>
            <a:srgbClr val="5ACBF0"/>
          </p15:clr>
        </p15:guide>
        <p15:guide id="8" orient="horz" pos="2160">
          <p15:clr>
            <a:srgbClr val="5ACBF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full bleed righ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A608AEF-BE66-4029-BA63-DA15E89C32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0" y="0"/>
            <a:ext cx="12192000" cy="6858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wrap="none" bIns="1554480" anchor="ctr">
            <a:noAutofit/>
          </a:bodyPr>
          <a:lstStyle>
            <a:lvl1pPr marL="0" indent="0" algn="ctr">
              <a:buNone/>
              <a:defRPr sz="14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3AC47-6988-4AF2-AB7A-F400B9B839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ltGray">
          <a:xfrm>
            <a:off x="6522720" y="0"/>
            <a:ext cx="5669280" cy="6858000"/>
          </a:xfrm>
          <a:gradFill flip="none" rotWithShape="1">
            <a:gsLst>
              <a:gs pos="50000">
                <a:srgbClr val="000000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lIns="585216" tIns="585216" rIns="585216" bIns="585216" anchor="ctr">
            <a:noAutofit/>
          </a:bodyPr>
          <a:lstStyle>
            <a:lvl1pPr algn="r">
              <a:defRPr sz="3600" spc="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29011D-E3B4-416F-9D7F-7A99AE49F6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56252885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7" pos="4105">
          <p15:clr>
            <a:srgbClr val="5ACBF0"/>
          </p15:clr>
        </p15:guide>
        <p15:guide id="8" orient="horz" pos="2160">
          <p15:clr>
            <a:srgbClr val="5ACBF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op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01E45-D858-46CB-8C37-2ADA7A8B4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157216"/>
            <a:ext cx="11018520" cy="111182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0" y="0"/>
            <a:ext cx="12192000" cy="4572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vert="horz" wrap="square" lIns="0" tIns="1280160" rIns="0" bIns="0" rtlCol="0" anchor="t" anchorCtr="0">
            <a:noAutofit/>
          </a:bodyPr>
          <a:lstStyle>
            <a:lvl1pPr marL="0" indent="0" algn="ctr">
              <a:buNone/>
              <a:defRPr lang="en-US" sz="1400" b="1" dirty="0">
                <a:solidFill>
                  <a:schemeClr val="bg1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996C37-D0C9-4349-A860-B639C4EB9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50765864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0">
          <p15:clr>
            <a:srgbClr val="5ACBF0"/>
          </p15:clr>
        </p15:guide>
        <p15:guide id="6" orient="horz" pos="3600">
          <p15:clr>
            <a:srgbClr val="5ACBF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ttom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563AC-3A0B-4839-A9DC-F00E8E541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4996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-2381" y="2286000"/>
            <a:ext cx="12192000" cy="4572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vert="horz" wrap="square" lIns="0" tIns="1371600" rIns="0" bIns="0" rtlCol="0" anchor="t" anchorCtr="0">
            <a:noAutofit/>
          </a:bodyPr>
          <a:lstStyle>
            <a:lvl1pPr marL="0" indent="0" algn="ctr">
              <a:buNone/>
              <a:defRPr lang="en-US" sz="1400" b="1" dirty="0">
                <a:solidFill>
                  <a:schemeClr val="bg1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6FDE6F-0F4B-446A-A51F-494FB09966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68484399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1440">
          <p15:clr>
            <a:srgbClr val="5ACBF0"/>
          </p15:clr>
        </p15:guide>
        <p15:guide id="6" orient="horz" pos="720">
          <p15:clr>
            <a:srgbClr val="5ACBF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27DCA08-1117-4B11-AEFD-AAB2B3354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983234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199" y="5689600"/>
            <a:ext cx="5367528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582612" y="2025650"/>
            <a:ext cx="5367528" cy="3474720"/>
          </a:xfrm>
          <a:blipFill>
            <a:blip r:embed="rId2"/>
            <a:stretch>
              <a:fillRect/>
            </a:stretch>
          </a:blipFill>
        </p:spPr>
        <p:txBody>
          <a:bodyPr vert="horz" wrap="square" lIns="0" tIns="0" rIns="0" bIns="1005840" rtlCol="0" anchor="ctr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chemeClr val="bg1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1860" y="5689600"/>
            <a:ext cx="5367528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6239255" y="2025650"/>
            <a:ext cx="5367528" cy="3474720"/>
          </a:xfrm>
          <a:blipFill>
            <a:blip r:embed="rId3"/>
            <a:stretch>
              <a:fillRect/>
            </a:stretch>
          </a:blipFill>
        </p:spPr>
        <p:txBody>
          <a:bodyPr vert="horz" wrap="square" lIns="0" tIns="0" rIns="0" bIns="1005840" rtlCol="0" anchor="ctr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000000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F59E09-7602-42B9-AB0C-9D1365A9EB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78175574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584">
          <p15:clr>
            <a:srgbClr val="5ACBF0"/>
          </p15:clr>
        </p15:guide>
        <p15:guide id="4" orient="horz" pos="1276">
          <p15:clr>
            <a:srgbClr val="5ACBF0"/>
          </p15:clr>
        </p15:guide>
        <p15:guide id="5" orient="horz" pos="312">
          <p15:clr>
            <a:srgbClr val="5ACBF0"/>
          </p15:clr>
        </p15:guide>
        <p15:guide id="6" pos="3749">
          <p15:clr>
            <a:srgbClr val="5ACBF0"/>
          </p15:clr>
        </p15:guide>
        <p15:guide id="7" pos="3931">
          <p15:clr>
            <a:srgbClr val="5ACBF0"/>
          </p15:clr>
        </p15:guide>
        <p15:guide id="8" orient="horz" pos="3464">
          <p15:clr>
            <a:srgbClr val="5ACBF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260F77E-464D-46F7-A8F8-6F281DAB0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983234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5689600"/>
            <a:ext cx="3475037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582612" y="2025650"/>
            <a:ext cx="3474720" cy="3474720"/>
          </a:xfrm>
          <a:blipFill>
            <a:blip r:embed="rId2"/>
            <a:stretch>
              <a:fillRect/>
            </a:stretch>
          </a:blipFill>
        </p:spPr>
        <p:txBody>
          <a:bodyPr lIns="0" tIns="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58640" y="5689600"/>
            <a:ext cx="3475037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4358640" y="2025650"/>
            <a:ext cx="3474720" cy="3474720"/>
          </a:xfrm>
          <a:blipFill>
            <a:blip r:embed="rId3"/>
            <a:stretch>
              <a:fillRect/>
            </a:stretch>
          </a:blipFill>
        </p:spPr>
        <p:txBody>
          <a:bodyPr lIns="0" tIns="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134351" y="5689600"/>
            <a:ext cx="3475037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8132063" y="2025650"/>
            <a:ext cx="3474720" cy="3474720"/>
          </a:xfrm>
          <a:blipFill>
            <a:blip r:embed="rId4"/>
            <a:stretch>
              <a:fillRect/>
            </a:stretch>
          </a:blipFill>
        </p:spPr>
        <p:txBody>
          <a:bodyPr lIns="0" tIns="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2B36921-D927-4BA6-8891-8AEE97849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71669846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584">
          <p15:clr>
            <a:srgbClr val="5ACBF0"/>
          </p15:clr>
        </p15:guide>
        <p15:guide id="4" orient="horz" pos="127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3465">
          <p15:clr>
            <a:srgbClr val="5ACBF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A434B7-D4B9-4D45-A31C-F0CC4D227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983234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582612" y="2025650"/>
            <a:ext cx="2532888" cy="2532888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908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3413908" y="2025650"/>
            <a:ext cx="2532888" cy="2532888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5204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6245204" y="2025650"/>
            <a:ext cx="2532888" cy="2532888"/>
          </a:xfrm>
          <a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38E883C1-8203-4549-AF30-B96AEC45AC6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6500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BBD58C33-921C-42F1-9803-1C798DB548C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ltGray">
          <a:xfrm>
            <a:off x="9073895" y="2025650"/>
            <a:ext cx="2532888" cy="2532888"/>
          </a:xfr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F56B00-AAD4-4F4F-8228-B6CF8367DE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93372854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2993">
          <p15:clr>
            <a:srgbClr val="5ACBF0"/>
          </p15:clr>
        </p15:guide>
        <p15:guide id="4" orient="horz" pos="127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963">
          <p15:clr>
            <a:srgbClr val="5ACBF0"/>
          </p15:clr>
        </p15:guide>
        <p15:guide id="7" pos="2150">
          <p15:clr>
            <a:srgbClr val="5ACBF0"/>
          </p15:clr>
        </p15:guide>
        <p15:guide id="8" pos="3746">
          <p15:clr>
            <a:srgbClr val="5ACBF0"/>
          </p15:clr>
        </p15:guide>
        <p15:guide id="9" pos="3934">
          <p15:clr>
            <a:srgbClr val="5ACBF0"/>
          </p15:clr>
        </p15:guide>
        <p15:guide id="10" pos="5530">
          <p15:clr>
            <a:srgbClr val="5ACBF0"/>
          </p15:clr>
        </p15:guide>
        <p15:guide id="11" pos="5716">
          <p15:clr>
            <a:srgbClr val="5ACBF0"/>
          </p15:clr>
        </p15:guide>
        <p15:guide id="12" orient="horz" pos="2870">
          <p15:clr>
            <a:srgbClr val="5ACBF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6" y="5334000"/>
            <a:ext cx="4892040" cy="9350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6062472" cy="2807208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14744" y="5334000"/>
            <a:ext cx="4892040" cy="938212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6129528" y="2286000"/>
            <a:ext cx="6062472" cy="2807208"/>
          </a:xfr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AE597A-BE1E-6B1F-960D-A90DC95443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79988901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4" orient="horz" pos="3209">
          <p15:clr>
            <a:srgbClr val="5ACBF0"/>
          </p15:clr>
        </p15:guide>
        <p15:guide id="5" pos="3826">
          <p15:clr>
            <a:srgbClr val="5ACBF0"/>
          </p15:clr>
        </p15:guide>
        <p15:guide id="6" pos="3859">
          <p15:clr>
            <a:srgbClr val="5ACBF0"/>
          </p15:clr>
        </p15:guide>
        <p15:guide id="11" pos="1910">
          <p15:clr>
            <a:srgbClr val="5ACBF0"/>
          </p15:clr>
        </p15:guide>
        <p15:guide id="12" pos="5770">
          <p15:clr>
            <a:srgbClr val="5ACBF0"/>
          </p15:clr>
        </p15:guide>
        <p15:guide id="13" orient="horz" pos="3360">
          <p15:clr>
            <a:srgbClr val="5ACBF0"/>
          </p15:clr>
        </p15:guide>
        <p15:guide id="14" orient="horz">
          <p15:clr>
            <a:srgbClr val="5ACBF0"/>
          </p15:clr>
        </p15:guide>
        <p15:guide id="15" pos="3451">
          <p15:clr>
            <a:srgbClr val="5ACBF0"/>
          </p15:clr>
        </p15:guide>
        <p15:guide id="16" pos="4229">
          <p15:clr>
            <a:srgbClr val="5ACBF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7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6" y="4800600"/>
            <a:ext cx="2852928" cy="14684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4023360" cy="2286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669536" y="4799409"/>
            <a:ext cx="2852928" cy="147280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4084320" y="2286000"/>
            <a:ext cx="4023360" cy="2286000"/>
          </a:xfr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D682B8EC-8F33-4730-BBE6-E8B7234C9C6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753856" y="4799410"/>
            <a:ext cx="2852928" cy="146962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DB5F15A-5980-40FF-9D54-3FDE41D604A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8168640" y="2286000"/>
            <a:ext cx="4023360" cy="2286000"/>
          </a:xfr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B999C7-F5A8-46A6-92C5-AA3BE4E26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7616847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3" orient="horz" pos="2880">
          <p15:clr>
            <a:srgbClr val="5ACBF0"/>
          </p15:clr>
        </p15:guide>
        <p15:guide id="4" orient="horz" pos="3024">
          <p15:clr>
            <a:srgbClr val="5ACBF0"/>
          </p15:clr>
        </p15:guide>
        <p15:guide id="5" pos="2534">
          <p15:clr>
            <a:srgbClr val="5ACBF0"/>
          </p15:clr>
        </p15:guide>
        <p15:guide id="6" pos="2573">
          <p15:clr>
            <a:srgbClr val="5ACBF0"/>
          </p15:clr>
        </p15:guide>
        <p15:guide id="8" pos="5109">
          <p15:clr>
            <a:srgbClr val="5ACBF0"/>
          </p15:clr>
        </p15:guide>
        <p15:guide id="9" pos="5145">
          <p15:clr>
            <a:srgbClr val="5ACBF0"/>
          </p15:clr>
        </p15:guide>
        <p15:guide id="11" pos="1266">
          <p15:clr>
            <a:srgbClr val="5ACBF0"/>
          </p15:clr>
        </p15:guide>
        <p15:guide id="12" pos="3840">
          <p15:clr>
            <a:srgbClr val="5ACBF0"/>
          </p15:clr>
        </p15:guide>
        <p15:guide id="13" pos="6414">
          <p15:clr>
            <a:srgbClr val="5ACBF0"/>
          </p15:clr>
        </p15:guide>
        <p15:guide id="14" orient="horz" pos="1074">
          <p15:clr>
            <a:srgbClr val="5ACBF0"/>
          </p15:clr>
        </p15:guide>
        <p15:guide id="15" pos="2168">
          <p15:clr>
            <a:srgbClr val="5ACBF0"/>
          </p15:clr>
        </p15:guide>
        <p15:guide id="16" pos="2944">
          <p15:clr>
            <a:srgbClr val="5ACBF0"/>
          </p15:clr>
        </p15:guide>
        <p15:guide id="17" pos="4738">
          <p15:clr>
            <a:srgbClr val="5ACBF0"/>
          </p15:clr>
        </p15:guide>
        <p15:guide id="18" pos="5514">
          <p15:clr>
            <a:srgbClr val="5ACBF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6" y="4800600"/>
            <a:ext cx="1828800" cy="14684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2999232" cy="2286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649472" y="4799409"/>
            <a:ext cx="1828800" cy="147280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3064256" y="2286000"/>
            <a:ext cx="2999232" cy="2286000"/>
          </a:xfr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D682B8EC-8F33-4730-BBE6-E8B7234C9C6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13728" y="4799410"/>
            <a:ext cx="1828800" cy="146962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DB5F15A-5980-40FF-9D54-3FDE41D604A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6128512" y="2286000"/>
            <a:ext cx="2999232" cy="2286000"/>
          </a:xfr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83564109-638C-44E2-AE84-46B44C29FD6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777984" y="4799409"/>
            <a:ext cx="1828800" cy="146962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13AAE36-2045-4D14-87DC-59D4EFCC150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ltGray">
          <a:xfrm>
            <a:off x="9192768" y="2286000"/>
            <a:ext cx="2999232" cy="2286000"/>
          </a:xfrm>
          <a:gradFill>
            <a:gsLst>
              <a:gs pos="0">
                <a:srgbClr val="E8E6DF"/>
              </a:gs>
              <a:gs pos="100000">
                <a:srgbClr val="FFA38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FE569B-F817-467C-8BAC-558CE9824D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56963693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3" orient="horz" pos="2880">
          <p15:clr>
            <a:srgbClr val="5ACBF0"/>
          </p15:clr>
        </p15:guide>
        <p15:guide id="4" orient="horz" pos="3024">
          <p15:clr>
            <a:srgbClr val="5ACBF0"/>
          </p15:clr>
        </p15:guide>
        <p15:guide id="5" pos="1890">
          <p15:clr>
            <a:srgbClr val="5ACBF0"/>
          </p15:clr>
        </p15:guide>
        <p15:guide id="6" pos="1930">
          <p15:clr>
            <a:srgbClr val="5ACBF0"/>
          </p15:clr>
        </p15:guide>
        <p15:guide id="7" pos="5749">
          <p15:clr>
            <a:srgbClr val="5ACBF0"/>
          </p15:clr>
        </p15:guide>
        <p15:guide id="8" pos="3820">
          <p15:clr>
            <a:srgbClr val="5ACBF0"/>
          </p15:clr>
        </p15:guide>
        <p15:guide id="9" pos="3860">
          <p15:clr>
            <a:srgbClr val="5ACBF0"/>
          </p15:clr>
        </p15:guide>
        <p15:guide id="10" pos="5789">
          <p15:clr>
            <a:srgbClr val="5ACBF0"/>
          </p15:clr>
        </p15:guide>
        <p15:guide id="11" pos="944">
          <p15:clr>
            <a:srgbClr val="5ACBF0"/>
          </p15:clr>
        </p15:guide>
        <p15:guide id="12" pos="2876">
          <p15:clr>
            <a:srgbClr val="5ACBF0"/>
          </p15:clr>
        </p15:guide>
        <p15:guide id="13" pos="4807">
          <p15:clr>
            <a:srgbClr val="5ACBF0"/>
          </p15:clr>
        </p15:guide>
        <p15:guide id="14" pos="6736">
          <p15:clr>
            <a:srgbClr val="5ACBF0"/>
          </p15:clr>
        </p15:guide>
        <p15:guide id="15" orient="horz">
          <p15:clr>
            <a:srgbClr val="5ACBF0"/>
          </p15:clr>
        </p15:guide>
        <p15:guide id="16" pos="1524">
          <p15:clr>
            <a:srgbClr val="5ACBF0"/>
          </p15:clr>
        </p15:guide>
        <p15:guide id="17" pos="2298">
          <p15:clr>
            <a:srgbClr val="5ACBF0"/>
          </p15:clr>
        </p15:guide>
        <p15:guide id="18" pos="3450">
          <p15:clr>
            <a:srgbClr val="5ACBF0"/>
          </p15:clr>
        </p15:guide>
        <p15:guide id="19" pos="4230">
          <p15:clr>
            <a:srgbClr val="5ACBF0"/>
          </p15:clr>
        </p15:guide>
        <p15:guide id="20" pos="5380">
          <p15:clr>
            <a:srgbClr val="5ACBF0"/>
          </p15:clr>
        </p15:guide>
        <p15:guide id="21" pos="6156">
          <p15:clr>
            <a:srgbClr val="5ACBF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ve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92608" y="4800600"/>
            <a:ext cx="1801368" cy="14684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2386584" cy="2286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743962" y="4799409"/>
            <a:ext cx="1801368" cy="147280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2451354" y="2286000"/>
            <a:ext cx="2386584" cy="2286000"/>
          </a:xfr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D682B8EC-8F33-4730-BBE6-E8B7234C9C6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195316" y="4799410"/>
            <a:ext cx="1801368" cy="146962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DB5F15A-5980-40FF-9D54-3FDE41D604A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4902708" y="2286000"/>
            <a:ext cx="2386584" cy="2286000"/>
          </a:xfr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83564109-638C-44E2-AE84-46B44C29FD6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646670" y="4799409"/>
            <a:ext cx="1801368" cy="146962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13AAE36-2045-4D14-87DC-59D4EFCC150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ltGray">
          <a:xfrm>
            <a:off x="7354062" y="2286000"/>
            <a:ext cx="2386584" cy="2286000"/>
          </a:xfrm>
          <a:gradFill>
            <a:gsLst>
              <a:gs pos="0">
                <a:srgbClr val="E8E6DF"/>
              </a:gs>
              <a:gs pos="100000">
                <a:srgbClr val="FFA38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5B1B6F72-F14C-40F1-8B29-8620AA34DC6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0098024" y="4799409"/>
            <a:ext cx="1801368" cy="146962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AD682C7-20D7-4ED0-99A7-C8530DAC8612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ltGray">
          <a:xfrm>
            <a:off x="9805416" y="2286000"/>
            <a:ext cx="2386584" cy="2286000"/>
          </a:xfrm>
          <a:gradFill>
            <a:gsLst>
              <a:gs pos="0">
                <a:srgbClr val="E8E6DF"/>
              </a:gs>
              <a:gs pos="100000">
                <a:srgbClr val="D4EC8E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FE569B-F817-467C-8BAC-558CE9824D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90742529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3" orient="horz" pos="2880">
          <p15:clr>
            <a:srgbClr val="5ACBF0"/>
          </p15:clr>
        </p15:guide>
        <p15:guide id="4" orient="horz" pos="3024">
          <p15:clr>
            <a:srgbClr val="5ACBF0"/>
          </p15:clr>
        </p15:guide>
        <p15:guide id="8" pos="4631">
          <p15:clr>
            <a:srgbClr val="5ACBF0"/>
          </p15:clr>
        </p15:guide>
        <p15:guide id="9" pos="4593">
          <p15:clr>
            <a:srgbClr val="5ACBF0"/>
          </p15:clr>
        </p15:guide>
        <p15:guide id="10" pos="6134">
          <p15:clr>
            <a:srgbClr val="5ACBF0"/>
          </p15:clr>
        </p15:guide>
        <p15:guide id="11" pos="1323">
          <p15:clr>
            <a:srgbClr val="5ACBF0"/>
          </p15:clr>
        </p15:guide>
        <p15:guide id="12" pos="2865">
          <p15:clr>
            <a:srgbClr val="5ACBF0"/>
          </p15:clr>
        </p15:guide>
        <p15:guide id="13" pos="4815">
          <p15:clr>
            <a:srgbClr val="5ACBF0"/>
          </p15:clr>
        </p15:guide>
        <p15:guide id="14" pos="6361">
          <p15:clr>
            <a:srgbClr val="5ACBF0"/>
          </p15:clr>
        </p15:guide>
        <p15:guide id="15" orient="horz">
          <p15:clr>
            <a:srgbClr val="5ACBF0"/>
          </p15:clr>
        </p15:guide>
        <p15:guide id="16" pos="1727">
          <p15:clr>
            <a:srgbClr val="5ACBF0"/>
          </p15:clr>
        </p15:guide>
        <p15:guide id="17" pos="2294">
          <p15:clr>
            <a:srgbClr val="5ACBF0"/>
          </p15:clr>
        </p15:guide>
        <p15:guide id="18" pos="3273">
          <p15:clr>
            <a:srgbClr val="5ACBF0"/>
          </p15:clr>
        </p15:guide>
        <p15:guide id="19" pos="4411">
          <p15:clr>
            <a:srgbClr val="5ACBF0"/>
          </p15:clr>
        </p15:guide>
        <p15:guide id="21" pos="6179">
          <p15:clr>
            <a:srgbClr val="5ACBF0"/>
          </p15:clr>
        </p15:guide>
        <p15:guide id="22" pos="1501">
          <p15:clr>
            <a:srgbClr val="5ACBF0"/>
          </p15:clr>
        </p15:guide>
        <p15:guide id="23" pos="1543">
          <p15:clr>
            <a:srgbClr val="5ACBF0"/>
          </p15:clr>
        </p15:guide>
        <p15:guide id="24" pos="3049">
          <p15:clr>
            <a:srgbClr val="5ACBF0"/>
          </p15:clr>
        </p15:guide>
        <p15:guide id="25" pos="3088">
          <p15:clr>
            <a:srgbClr val="5ACBF0"/>
          </p15:clr>
        </p15:guide>
        <p15:guide id="26" pos="5954">
          <p15:clr>
            <a:srgbClr val="5ACBF0"/>
          </p15:clr>
        </p15:guide>
        <p15:guide id="27" pos="3840">
          <p15:clr>
            <a:srgbClr val="5ACBF0"/>
          </p15:clr>
        </p15:guide>
        <p15:guide id="28" pos="5386">
          <p15:clr>
            <a:srgbClr val="5ACBF0"/>
          </p15:clr>
        </p15:guide>
        <p15:guide id="29" pos="753">
          <p15:clr>
            <a:srgbClr val="5ACBF0"/>
          </p15:clr>
        </p15:guide>
        <p15:guide id="30" pos="6927">
          <p15:clr>
            <a:srgbClr val="5ACBF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round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3D211-079C-4884-AB74-BFA812A63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8962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757E314-6417-4051-A2CD-D3614CAA6A78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 bwMode="ltGray">
          <a:xfrm>
            <a:off x="2037906" y="2286000"/>
            <a:ext cx="2313432" cy="2313432"/>
          </a:xfrm>
          <a:prstGeom prst="ellipse">
            <a:avLst/>
          </a:prstGeo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5BBECFAF-80A0-4620-8865-87562DFB497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037906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5577FC3-49F5-4B04-AFD3-AA0A57BA8355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 bwMode="ltGray">
          <a:xfrm>
            <a:off x="4939284" y="2286000"/>
            <a:ext cx="2313432" cy="2313432"/>
          </a:xfrm>
          <a:prstGeom prst="ellipse">
            <a:avLst/>
          </a:prstGeo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AD287B4-D736-4707-854D-BEA62EF2BB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939284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B56ECFD-6AA2-4EC5-A445-D1E0952199EC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 bwMode="ltGray">
          <a:xfrm>
            <a:off x="7840663" y="2286000"/>
            <a:ext cx="2313432" cy="2313432"/>
          </a:xfrm>
          <a:prstGeom prst="ellipse">
            <a:avLst/>
          </a:prstGeo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9ED5A27F-D9D2-4DCB-8422-4694477ECA8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840663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6AFB7A-35B4-4881-AB50-D112482166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65154352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3024">
          <p15:clr>
            <a:srgbClr val="5ACBF0"/>
          </p15:clr>
        </p15:guide>
        <p15:guide id="3" pos="3840">
          <p15:clr>
            <a:srgbClr val="5ACBF0"/>
          </p15:clr>
        </p15:guide>
        <p15:guide id="4" pos="1283">
          <p15:clr>
            <a:srgbClr val="5ACBF0"/>
          </p15:clr>
        </p15:guide>
        <p15:guide id="5" pos="5666">
          <p15:clr>
            <a:srgbClr val="5ACBF0"/>
          </p15:clr>
        </p15:guide>
        <p15:guide id="6" pos="2741">
          <p15:clr>
            <a:srgbClr val="5ACBF0"/>
          </p15:clr>
        </p15:guide>
        <p15:guide id="7" pos="2012">
          <p15:clr>
            <a:srgbClr val="5ACBF0"/>
          </p15:clr>
        </p15:guide>
        <p15:guide id="8" pos="3109">
          <p15:clr>
            <a:srgbClr val="5ACBF0"/>
          </p15:clr>
        </p15:guide>
        <p15:guide id="9" pos="4570">
          <p15:clr>
            <a:srgbClr val="5ACBF0"/>
          </p15:clr>
        </p15:guide>
        <p15:guide id="11" pos="6397">
          <p15:clr>
            <a:srgbClr val="5ACBF0"/>
          </p15:clr>
        </p15:guide>
        <p15:guide id="12" orient="horz" pos="1440">
          <p15:clr>
            <a:srgbClr val="5ACBF0"/>
          </p15:clr>
        </p15:guide>
        <p15:guide id="13" pos="4938">
          <p15:clr>
            <a:srgbClr val="5ACBF0"/>
          </p15:clr>
        </p15:guide>
        <p15:guide id="14" orient="horz" pos="2894">
          <p15:clr>
            <a:srgbClr val="5ACBF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round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3D211-079C-4884-AB74-BFA812A63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3007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757E314-6417-4051-A2CD-D3614CAA6A78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 bwMode="ltGray">
          <a:xfrm>
            <a:off x="584200" y="2286000"/>
            <a:ext cx="2313432" cy="2313432"/>
          </a:xfrm>
          <a:prstGeom prst="ellipse">
            <a:avLst/>
          </a:prstGeo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5BBECFAF-80A0-4620-8865-87562DFB497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5577FC3-49F5-4B04-AFD3-AA0A57BA8355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 bwMode="ltGray">
          <a:xfrm>
            <a:off x="3487250" y="2286000"/>
            <a:ext cx="2313432" cy="2313432"/>
          </a:xfrm>
          <a:prstGeom prst="ellipse">
            <a:avLst/>
          </a:prstGeo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AD287B4-D736-4707-854D-BEA62EF2BB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87250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B56ECFD-6AA2-4EC5-A445-D1E0952199EC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 bwMode="ltGray">
          <a:xfrm>
            <a:off x="6390300" y="2286000"/>
            <a:ext cx="2313432" cy="2313432"/>
          </a:xfrm>
          <a:prstGeom prst="ellipse">
            <a:avLst/>
          </a:prstGeo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9ED5A27F-D9D2-4DCB-8422-4694477ECA8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90300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78E1D3B-7D6F-4EFD-9EB2-E1A27309D6AF}"/>
              </a:ext>
            </a:extLst>
          </p:cNvPr>
          <p:cNvSpPr>
            <a:spLocks noGrp="1" noChangeAspect="1"/>
          </p:cNvSpPr>
          <p:nvPr>
            <p:ph type="pic" sz="quarter" idx="21" hasCustomPrompt="1"/>
          </p:nvPr>
        </p:nvSpPr>
        <p:spPr bwMode="ltGray">
          <a:xfrm>
            <a:off x="9293351" y="2286000"/>
            <a:ext cx="2313432" cy="2313432"/>
          </a:xfrm>
          <a:prstGeom prst="ellipse">
            <a:avLst/>
          </a:prstGeom>
          <a:gradFill>
            <a:gsLst>
              <a:gs pos="0">
                <a:srgbClr val="E8E6DF"/>
              </a:gs>
              <a:gs pos="100000">
                <a:srgbClr val="FFA38B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BB2FF62-05DC-462E-808C-4DDE1C65392C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293351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A72D6D-004C-4F57-AD34-F1019A7560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21046650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3024">
          <p15:clr>
            <a:srgbClr val="5ACBF0"/>
          </p15:clr>
        </p15:guide>
        <p15:guide id="3" pos="4025">
          <p15:clr>
            <a:srgbClr val="5ACBF0"/>
          </p15:clr>
        </p15:guide>
        <p15:guide id="5" pos="5854">
          <p15:clr>
            <a:srgbClr val="5ACBF0"/>
          </p15:clr>
        </p15:guide>
        <p15:guide id="7" pos="3654">
          <p15:clr>
            <a:srgbClr val="5ACBF0"/>
          </p15:clr>
        </p15:guide>
        <p15:guide id="8" pos="2195">
          <p15:clr>
            <a:srgbClr val="5ACBF0"/>
          </p15:clr>
        </p15:guide>
        <p15:guide id="10" pos="2926">
          <p15:clr>
            <a:srgbClr val="5ACBF0"/>
          </p15:clr>
        </p15:guide>
        <p15:guide id="11" pos="4756">
          <p15:clr>
            <a:srgbClr val="5ACBF0"/>
          </p15:clr>
        </p15:guide>
        <p15:guide id="12" pos="6581">
          <p15:clr>
            <a:srgbClr val="5ACBF0"/>
          </p15:clr>
        </p15:guide>
        <p15:guide id="13" pos="1097">
          <p15:clr>
            <a:srgbClr val="5ACBF0"/>
          </p15:clr>
        </p15:guide>
        <p15:guide id="14" orient="horz" pos="1440">
          <p15:clr>
            <a:srgbClr val="5ACBF0"/>
          </p15:clr>
        </p15:guide>
        <p15:guide id="15" pos="1826">
          <p15:clr>
            <a:srgbClr val="5ACBF0"/>
          </p15:clr>
        </p15:guide>
        <p15:guide id="18" pos="5483">
          <p15:clr>
            <a:srgbClr val="5ACBF0"/>
          </p15:clr>
        </p15:guide>
        <p15:guide id="19" orient="horz" pos="2898">
          <p15:clr>
            <a:srgbClr val="5ACBF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ve round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3D211-079C-4884-AB74-BFA812A63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3007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757E314-6417-4051-A2CD-D3614CAA6A78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 bwMode="ltGray">
          <a:xfrm>
            <a:off x="584200" y="2286000"/>
            <a:ext cx="1737360" cy="1737360"/>
          </a:xfrm>
          <a:prstGeom prst="ellipse">
            <a:avLst/>
          </a:prstGeo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5BBECFAF-80A0-4620-8865-87562DFB497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5577FC3-49F5-4B04-AFD3-AA0A57BA8355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 bwMode="ltGray">
          <a:xfrm>
            <a:off x="2905506" y="2286000"/>
            <a:ext cx="1737360" cy="1737360"/>
          </a:xfrm>
          <a:prstGeom prst="ellipse">
            <a:avLst/>
          </a:prstGeo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AD287B4-D736-4707-854D-BEA62EF2BB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905506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B56ECFD-6AA2-4EC5-A445-D1E0952199EC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 bwMode="ltGray">
          <a:xfrm>
            <a:off x="5227320" y="2286000"/>
            <a:ext cx="1737360" cy="1737360"/>
          </a:xfrm>
          <a:prstGeom prst="ellipse">
            <a:avLst/>
          </a:prstGeo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9ED5A27F-D9D2-4DCB-8422-4694477ECA8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27320" y="4235451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78E1D3B-7D6F-4EFD-9EB2-E1A27309D6AF}"/>
              </a:ext>
            </a:extLst>
          </p:cNvPr>
          <p:cNvSpPr>
            <a:spLocks noGrp="1" noChangeAspect="1"/>
          </p:cNvSpPr>
          <p:nvPr>
            <p:ph type="pic" sz="quarter" idx="21" hasCustomPrompt="1"/>
          </p:nvPr>
        </p:nvSpPr>
        <p:spPr bwMode="ltGray">
          <a:xfrm>
            <a:off x="7548118" y="2286000"/>
            <a:ext cx="1737360" cy="1737360"/>
          </a:xfrm>
          <a:prstGeom prst="ellipse">
            <a:avLst/>
          </a:prstGeom>
          <a:gradFill>
            <a:gsLst>
              <a:gs pos="0">
                <a:srgbClr val="E8E6DF"/>
              </a:gs>
              <a:gs pos="100000">
                <a:srgbClr val="FFA38B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insert44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BB2FF62-05DC-462E-808C-4DDE1C65392C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7548118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4DC3400-0B11-4EA0-9B8D-6FADE6964F37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 bwMode="ltGray">
          <a:xfrm>
            <a:off x="9869423" y="2286000"/>
            <a:ext cx="1737360" cy="1737360"/>
          </a:xfrm>
          <a:prstGeom prst="ellipse">
            <a:avLst/>
          </a:prstGeom>
          <a:gradFill>
            <a:gsLst>
              <a:gs pos="0">
                <a:srgbClr val="E8E6DF"/>
              </a:gs>
              <a:gs pos="100000">
                <a:srgbClr val="D4EC8E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133C357E-ECC0-485F-9033-5D4DEC8774B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869423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A72D6D-004C-4F57-AD34-F1019A7560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15989592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2664">
          <p15:clr>
            <a:srgbClr val="5ACBF0"/>
          </p15:clr>
        </p15:guide>
        <p15:guide id="3" pos="6216">
          <p15:clr>
            <a:srgbClr val="5ACBF0"/>
          </p15:clr>
        </p15:guide>
        <p15:guide id="5" pos="5850">
          <p15:clr>
            <a:srgbClr val="5ACBF0"/>
          </p15:clr>
        </p15:guide>
        <p15:guide id="7" pos="4392">
          <p15:clr>
            <a:srgbClr val="5ACBF0"/>
          </p15:clr>
        </p15:guide>
        <p15:guide id="8" pos="3292">
          <p15:clr>
            <a:srgbClr val="5ACBF0"/>
          </p15:clr>
        </p15:guide>
        <p15:guide id="10" pos="2926">
          <p15:clr>
            <a:srgbClr val="5ACBF0"/>
          </p15:clr>
        </p15:guide>
        <p15:guide id="11" pos="4754">
          <p15:clr>
            <a:srgbClr val="5ACBF0"/>
          </p15:clr>
        </p15:guide>
        <p15:guide id="13" pos="1464">
          <p15:clr>
            <a:srgbClr val="5ACBF0"/>
          </p15:clr>
        </p15:guide>
        <p15:guide id="14" orient="horz" pos="1440">
          <p15:clr>
            <a:srgbClr val="5ACBF0"/>
          </p15:clr>
        </p15:guide>
        <p15:guide id="15" pos="1830">
          <p15:clr>
            <a:srgbClr val="5ACBF0"/>
          </p15:clr>
        </p15:guide>
        <p15:guide id="16" orient="horz" pos="2533">
          <p15:clr>
            <a:srgbClr val="5ACBF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 side by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216" y="2309811"/>
            <a:ext cx="3182027" cy="3959217"/>
          </a:xfrm>
        </p:spPr>
        <p:txBody>
          <a:bodyPr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7E9DBFD9-3E1E-4F19-AF15-56780F9C792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356100" y="2309812"/>
            <a:ext cx="7253288" cy="3959223"/>
          </a:xfrm>
        </p:spPr>
        <p:txBody>
          <a:bodyPr anchor="t"/>
          <a:lstStyle>
            <a:lvl1pPr marL="231775" indent="-231775">
              <a:spcAft>
                <a:spcPts val="600"/>
              </a:spcAft>
              <a:buFont typeface="Wingdings" panose="05000000000000000000" pitchFamily="2" charset="2"/>
              <a:buChar char=""/>
              <a:defRPr/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585216" y="2019300"/>
            <a:ext cx="3182112" cy="0"/>
          </a:xfrm>
          <a:prstGeom prst="line">
            <a:avLst/>
          </a:prstGeom>
          <a:ln w="28575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9D8AF80-CAD5-4055-80AD-0B31EBCB52A9}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F1A9F7D-F14E-4BCE-9EB4-D9EF47B678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354523" y="2019300"/>
            <a:ext cx="7254865" cy="0"/>
          </a:xfrm>
          <a:prstGeom prst="line">
            <a:avLst/>
          </a:prstGeom>
          <a:ln w="19050">
            <a:solidFill>
              <a:schemeClr val="tx1">
                <a:alpha val="30000"/>
              </a:schemeClr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922601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3" pos="2744">
          <p15:clr>
            <a:srgbClr val="5ACBF0"/>
          </p15:clr>
        </p15:guide>
        <p15:guide id="29" orient="horz" pos="1272">
          <p15:clr>
            <a:srgbClr val="5ACBF0"/>
          </p15:clr>
        </p15:guide>
        <p15:guide id="30" pos="2376">
          <p15:clr>
            <a:srgbClr val="5ACBF0"/>
          </p15:clr>
        </p15:guide>
        <p15:guide id="32" orient="horz" pos="1455">
          <p15:clr>
            <a:srgbClr val="5ACBF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 side by s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585788"/>
            <a:ext cx="3182027" cy="5683250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15781-2431-48C9-AEF1-52FBD41AF3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941888" y="585788"/>
            <a:ext cx="6667500" cy="5683249"/>
          </a:xfrm>
        </p:spPr>
        <p:txBody>
          <a:bodyPr anchor="ctr"/>
          <a:lstStyle>
            <a:lvl1pPr marL="231775" indent="-231775">
              <a:spcAft>
                <a:spcPts val="600"/>
              </a:spcAft>
              <a:buFont typeface="Wingdings" panose="05000000000000000000" pitchFamily="2" charset="2"/>
              <a:buChar char=""/>
              <a:defRPr/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4356100" y="2578100"/>
            <a:ext cx="0" cy="1701800"/>
          </a:xfrm>
          <a:prstGeom prst="line">
            <a:avLst/>
          </a:prstGeom>
          <a:ln w="28575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A1DC2181-37AB-40A3-B61C-1DE7DBB57D63}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76480003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3" pos="2744">
          <p15:clr>
            <a:srgbClr val="5ACBF0"/>
          </p15:clr>
        </p15:guide>
        <p15:guide id="29" orient="horz" pos="2160">
          <p15:clr>
            <a:srgbClr val="5ACBF0"/>
          </p15:clr>
        </p15:guide>
        <p15:guide id="30" pos="2376">
          <p15:clr>
            <a:srgbClr val="5ACBF0"/>
          </p15:clr>
        </p15:guide>
        <p15:guide id="31" pos="3113">
          <p15:clr>
            <a:srgbClr val="5ACBF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veloper Code Layou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636FE-845C-418D-82A1-1DA6DB73D7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82D46E0-16CE-40B0-8623-F82D5D4109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0" y="1436688"/>
            <a:ext cx="12192000" cy="5421312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44977AB6-1D7E-4858-A2EA-BF86577C399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1436688"/>
            <a:ext cx="3788358" cy="446148"/>
          </a:xfrm>
          <a:gradFill flip="none" rotWithShape="1">
            <a:gsLst>
              <a:gs pos="0">
                <a:srgbClr val="000000"/>
              </a:gs>
              <a:gs pos="92000">
                <a:srgbClr val="000000"/>
              </a:gs>
              <a:gs pos="92000">
                <a:schemeClr val="accent1"/>
              </a:gs>
            </a:gsLst>
            <a:lin ang="16200000" scaled="1"/>
            <a:tileRect/>
          </a:gradFill>
        </p:spPr>
        <p:txBody>
          <a:bodyPr lIns="585216" tIns="91440" bIns="4572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5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BA9F61CF-FF79-485A-A6C8-A1952EFD58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263" y="2099310"/>
            <a:ext cx="11018520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553" indent="0">
              <a:buNone/>
              <a:tabLst>
                <a:tab pos="344488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607" indent="0">
              <a:buNone/>
              <a:tabLst>
                <a:tab pos="569913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563" indent="0">
              <a:buNone/>
              <a:tabLst>
                <a:tab pos="800100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997" indent="0">
              <a:buNone/>
              <a:tabLst>
                <a:tab pos="1028700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6189093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1322">
          <p15:clr>
            <a:srgbClr val="5ACBF0"/>
          </p15:clr>
        </p15:guide>
        <p15:guide id="2" orient="horz" pos="905">
          <p15:clr>
            <a:srgbClr val="5ACBF0"/>
          </p15:clr>
        </p15:guide>
        <p15:guide id="3" orient="horz" pos="288">
          <p15:clr>
            <a:srgbClr val="5ACBF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Bottom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1845FFD-6B9A-4013-932A-5E4D7E849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B17F8BB-3610-1A4F-9E76-B12E706A551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6390" y="1230681"/>
            <a:ext cx="11018520" cy="369332"/>
          </a:xfrm>
        </p:spPr>
        <p:txBody>
          <a:bodyPr wrap="square">
            <a:spAutoFit/>
          </a:bodyPr>
          <a:lstStyle>
            <a:lvl1pPr marL="0" indent="0">
              <a:spcBef>
                <a:spcPts val="600"/>
              </a:spcBef>
              <a:spcAft>
                <a:spcPts val="0"/>
              </a:spcAft>
              <a:buNone/>
              <a:defRPr sz="240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228531" indent="0">
              <a:buNone/>
              <a:defRPr sz="240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EBE70E-6A93-4EB4-A189-6F9DE42CEE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0" y="2827138"/>
            <a:ext cx="12192000" cy="4030862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E9A2E28-037B-FA4D-ADDC-1AFA11D65CB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2827138"/>
            <a:ext cx="3788358" cy="446148"/>
          </a:xfrm>
          <a:gradFill flip="none" rotWithShape="1">
            <a:gsLst>
              <a:gs pos="0">
                <a:srgbClr val="000000"/>
              </a:gs>
              <a:gs pos="92000">
                <a:srgbClr val="000000"/>
              </a:gs>
              <a:gs pos="92000">
                <a:schemeClr val="accent1"/>
              </a:gs>
            </a:gsLst>
            <a:lin ang="16200000" scaled="1"/>
            <a:tileRect/>
          </a:gradFill>
        </p:spPr>
        <p:txBody>
          <a:bodyPr lIns="585216" tIns="91440" bIns="4572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6389" y="3491219"/>
            <a:ext cx="11018520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or paste code</a:t>
            </a:r>
          </a:p>
        </p:txBody>
      </p:sp>
    </p:spTree>
    <p:extLst>
      <p:ext uri="{BB962C8B-B14F-4D97-AF65-F5344CB8AC3E}">
        <p14:creationId xmlns:p14="http://schemas.microsoft.com/office/powerpoint/2010/main" val="3595878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4" orient="horz" pos="1776">
          <p15:clr>
            <a:srgbClr val="5ACBF0"/>
          </p15:clr>
        </p15:guide>
        <p15:guide id="5" orient="horz" pos="2197">
          <p15:clr>
            <a:srgbClr val="5ACBF0"/>
          </p15:clr>
        </p15:guide>
        <p15:guide id="6" orient="horz" pos="773">
          <p15:clr>
            <a:srgbClr val="5ACBF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Top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1EBE70E-6A93-4EB4-A189-6F9DE42CEE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0" y="0"/>
            <a:ext cx="12192000" cy="4030862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1845FFD-6B9A-4013-932A-5E4D7E849D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224580"/>
            <a:ext cx="11018520" cy="492443"/>
          </a:xfrm>
        </p:spPr>
        <p:txBody>
          <a:bodyPr/>
          <a:lstStyle>
            <a:lvl1pPr>
              <a:defRPr sz="320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E9A2E28-037B-FA4D-ADDC-1AFA11D65CB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3788358" cy="446148"/>
          </a:xfrm>
          <a:gradFill flip="none" rotWithShape="1">
            <a:gsLst>
              <a:gs pos="0">
                <a:srgbClr val="000000"/>
              </a:gs>
              <a:gs pos="92000">
                <a:srgbClr val="000000"/>
              </a:gs>
              <a:gs pos="92000">
                <a:schemeClr val="accent1"/>
              </a:gs>
            </a:gsLst>
            <a:lin ang="16200000" scaled="1"/>
            <a:tileRect/>
          </a:gradFill>
        </p:spPr>
        <p:txBody>
          <a:bodyPr lIns="585216" tIns="91440" bIns="4572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6389" y="660508"/>
            <a:ext cx="11018520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or paste code</a:t>
            </a:r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B17F8BB-3610-1A4F-9E76-B12E706A551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1152" y="4996505"/>
            <a:ext cx="11018520" cy="369332"/>
          </a:xfrm>
        </p:spPr>
        <p:txBody>
          <a:bodyPr wrap="square">
            <a:spAutoFit/>
          </a:bodyPr>
          <a:lstStyle>
            <a:lvl1pPr marL="0" indent="0">
              <a:spcBef>
                <a:spcPts val="600"/>
              </a:spcBef>
              <a:spcAft>
                <a:spcPts val="0"/>
              </a:spcAft>
              <a:buNone/>
              <a:defRPr sz="240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228531" indent="0">
              <a:buNone/>
              <a:defRPr sz="240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 dirty="0"/>
              <a:t>Click to edit text</a:t>
            </a:r>
          </a:p>
        </p:txBody>
      </p:sp>
    </p:spTree>
    <p:extLst>
      <p:ext uri="{BB962C8B-B14F-4D97-AF65-F5344CB8AC3E}">
        <p14:creationId xmlns:p14="http://schemas.microsoft.com/office/powerpoint/2010/main" val="6310263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4" orient="horz" pos="2661">
          <p15:clr>
            <a:srgbClr val="5ACBF0"/>
          </p15:clr>
        </p15:guide>
        <p15:guide id="5" orient="horz" pos="3147">
          <p15:clr>
            <a:srgbClr val="5ACBF0"/>
          </p15:clr>
        </p15:guide>
        <p15:guide id="6" orient="horz" pos="419">
          <p15:clr>
            <a:srgbClr val="5ACBF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Right s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2BB27-7DA5-4478-8C18-C1FFEE20AA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457200"/>
            <a:ext cx="4040887" cy="492443"/>
          </a:xfrm>
        </p:spPr>
        <p:txBody>
          <a:bodyPr/>
          <a:lstStyle>
            <a:lvl1pPr>
              <a:defRPr sz="32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2BB818A5-4223-0847-B6E2-655C7DC7B6B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8965" y="1338139"/>
            <a:ext cx="4040185" cy="36933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  <a:defRPr sz="2400" b="0" i="0" baseline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0" indent="0">
              <a:lnSpc>
                <a:spcPct val="100000"/>
              </a:lnSpc>
              <a:spcBef>
                <a:spcPts val="60"/>
              </a:spcBef>
              <a:spcAft>
                <a:spcPts val="60"/>
              </a:spcAft>
              <a:buNone/>
              <a:defRPr sz="2400" b="0" i="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316165A-5926-4F59-B348-996936FBB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5205984" y="0"/>
            <a:ext cx="6986016" cy="6858000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9" name="Text Placeholder 14">
            <a:extLst>
              <a:ext uri="{FF2B5EF4-FFF2-40B4-BE49-F238E27FC236}">
                <a16:creationId xmlns:a16="http://schemas.microsoft.com/office/drawing/2014/main" id="{0D599919-A8E3-4D2B-86CF-50C6704F17D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11763" y="0"/>
            <a:ext cx="3788358" cy="492314"/>
          </a:xfrm>
          <a:gradFill flip="none" rotWithShape="1">
            <a:gsLst>
              <a:gs pos="0">
                <a:srgbClr val="000000"/>
              </a:gs>
              <a:gs pos="99000">
                <a:srgbClr val="000000"/>
              </a:gs>
              <a:gs pos="99000">
                <a:schemeClr val="accent1"/>
              </a:gs>
            </a:gsLst>
            <a:lin ang="10800000" scaled="1"/>
            <a:tileRect/>
          </a:gradFill>
        </p:spPr>
        <p:txBody>
          <a:bodyPr lIns="585216" tIns="91440" bIns="9144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00725" y="709187"/>
            <a:ext cx="5801961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2F2F2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or paste code</a:t>
            </a:r>
          </a:p>
        </p:txBody>
      </p:sp>
    </p:spTree>
    <p:extLst>
      <p:ext uri="{BB962C8B-B14F-4D97-AF65-F5344CB8AC3E}">
        <p14:creationId xmlns:p14="http://schemas.microsoft.com/office/powerpoint/2010/main" val="3481096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445">
          <p15:clr>
            <a:srgbClr val="5ACBF0"/>
          </p15:clr>
        </p15:guide>
        <p15:guide id="4" orient="horz" pos="843">
          <p15:clr>
            <a:srgbClr val="5ACBF0"/>
          </p15:clr>
        </p15:guide>
        <p15:guide id="7" pos="3283">
          <p15:clr>
            <a:srgbClr val="5ACBF0"/>
          </p15:clr>
        </p15:guide>
        <p15:guide id="8" pos="3654">
          <p15:clr>
            <a:srgbClr val="5ACBF0"/>
          </p15:clr>
        </p15:guide>
        <p15:guide id="9" pos="2916">
          <p15:clr>
            <a:srgbClr val="5ACBF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Left s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316165A-5926-4F59-B348-996936FBB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-2" y="0"/>
            <a:ext cx="6986016" cy="6858000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B14A7D-C409-4A7C-9D82-A2E5DBB8AB7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75549" y="457200"/>
            <a:ext cx="4031233" cy="492443"/>
          </a:xfrm>
        </p:spPr>
        <p:txBody>
          <a:bodyPr/>
          <a:lstStyle>
            <a:lvl1pPr>
              <a:defRPr sz="32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19" name="Text Placeholder 14">
            <a:extLst>
              <a:ext uri="{FF2B5EF4-FFF2-40B4-BE49-F238E27FC236}">
                <a16:creationId xmlns:a16="http://schemas.microsoft.com/office/drawing/2014/main" id="{0D599919-A8E3-4D2B-86CF-50C6704F17D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-1" y="0"/>
            <a:ext cx="3788358" cy="492314"/>
          </a:xfrm>
          <a:gradFill flip="none" rotWithShape="1">
            <a:gsLst>
              <a:gs pos="0">
                <a:srgbClr val="000000"/>
              </a:gs>
              <a:gs pos="99000">
                <a:srgbClr val="000000"/>
              </a:gs>
              <a:gs pos="99000">
                <a:schemeClr val="accent1"/>
              </a:gs>
            </a:gsLst>
            <a:lin ang="10800000" scaled="1"/>
            <a:tileRect/>
          </a:gradFill>
        </p:spPr>
        <p:txBody>
          <a:bodyPr lIns="585216" tIns="91440" bIns="9144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4199" y="706011"/>
            <a:ext cx="5819775" cy="369332"/>
          </a:xfrm>
        </p:spPr>
        <p:txBody>
          <a:bodyPr/>
          <a:lstStyle>
            <a:lvl1pPr marL="0" indent="0">
              <a:buNone/>
              <a:defRPr sz="2400">
                <a:solidFill>
                  <a:srgbClr val="2F2F2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or paste code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2BB818A5-4223-0847-B6E2-655C7DC7B6B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75550" y="1336675"/>
            <a:ext cx="4033838" cy="36933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  <a:defRPr sz="2400" b="0" i="0" baseline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0" indent="0">
              <a:lnSpc>
                <a:spcPct val="100000"/>
              </a:lnSpc>
              <a:spcBef>
                <a:spcPts val="60"/>
              </a:spcBef>
              <a:spcAft>
                <a:spcPts val="60"/>
              </a:spcAft>
              <a:buNone/>
              <a:defRPr sz="2400" b="0" i="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 dirty="0"/>
              <a:t>Click to edit text</a:t>
            </a:r>
          </a:p>
        </p:txBody>
      </p:sp>
    </p:spTree>
    <p:extLst>
      <p:ext uri="{BB962C8B-B14F-4D97-AF65-F5344CB8AC3E}">
        <p14:creationId xmlns:p14="http://schemas.microsoft.com/office/powerpoint/2010/main" val="285467834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436">
          <p15:clr>
            <a:srgbClr val="5ACBF0"/>
          </p15:clr>
        </p15:guide>
        <p15:guide id="4" orient="horz" pos="839">
          <p15:clr>
            <a:srgbClr val="5ACBF0"/>
          </p15:clr>
        </p15:guide>
        <p15:guide id="6" pos="4402">
          <p15:clr>
            <a:srgbClr val="5ACBF0"/>
          </p15:clr>
        </p15:guide>
        <p15:guide id="7" pos="4034">
          <p15:clr>
            <a:srgbClr val="5ACBF0"/>
          </p15:clr>
        </p15:guide>
        <p15:guide id="8" pos="4772">
          <p15:clr>
            <a:srgbClr val="5ACBF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77823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dirty="0"/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Demo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5216" y="3977319"/>
            <a:ext cx="9144000" cy="246221"/>
          </a:xfrm>
          <a:noFill/>
        </p:spPr>
        <p:txBody>
          <a:bodyPr lIns="0" tIns="0" rIns="0" bIns="0">
            <a:sp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</p:spTree>
    <p:extLst>
      <p:ext uri="{BB962C8B-B14F-4D97-AF65-F5344CB8AC3E}">
        <p14:creationId xmlns:p14="http://schemas.microsoft.com/office/powerpoint/2010/main" val="27544182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35">
          <p15:clr>
            <a:srgbClr val="5ACBF0"/>
          </p15:clr>
        </p15:guide>
        <p15:guide id="3" orient="horz" pos="1910">
          <p15:clr>
            <a:srgbClr val="5ACBF0"/>
          </p15:clr>
        </p15:guide>
        <p15:guide id="4" orient="horz" pos="2505">
          <p15:clr>
            <a:srgbClr val="5ACBF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52688516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Section 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44614763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Section 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2694306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Section 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9741171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42899712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Section Titl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3588048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3499085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Section Titl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78880548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Section Titl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6802968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Section Titl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32618671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60D155-47E8-D819-5FA4-748607570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Picture Placeholder 9">
            <a:extLst>
              <a:ext uri="{FF2B5EF4-FFF2-40B4-BE49-F238E27FC236}">
                <a16:creationId xmlns:a16="http://schemas.microsoft.com/office/drawing/2014/main" id="{5022EE65-FBB2-C961-B89F-9DADBDB2DB3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827263" y="2199576"/>
            <a:ext cx="3760470" cy="3760470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effectLst>
            <a:outerShdw blurRad="215900" dist="190500" dir="2700000" sx="101000" sy="101000" algn="ctr" rotWithShape="0">
              <a:srgbClr val="000000">
                <a:alpha val="23000"/>
              </a:srgbClr>
            </a:outerShdw>
          </a:effectLst>
        </p:spPr>
        <p:txBody>
          <a:bodyPr vert="horz" wrap="square" lIns="0" tIns="0" rIns="0" bIns="0" rtlCol="0" anchor="ctr" anchorCtr="0">
            <a:normAutofit/>
          </a:bodyPr>
          <a:lstStyle>
            <a:lvl1pPr marL="228600" indent="-228600" algn="ctr">
              <a:buNone/>
              <a:defRPr lang="en-US" sz="1800" b="1">
                <a:solidFill>
                  <a:schemeClr val="tx1"/>
                </a:solidFill>
                <a:latin typeface="+mn-lt"/>
              </a:defRPr>
            </a:lvl1pPr>
          </a:lstStyle>
          <a:p>
            <a:pPr marL="228600" lvl="0" indent="-228600" algn="ctr"/>
            <a:r>
              <a:rPr lang="en-US" dirty="0"/>
              <a:t>Click to insert photo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4B878651-6EA0-F1DE-DDB3-D4C07A4E594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245931" y="3206751"/>
            <a:ext cx="2706480" cy="147732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2A3F807-DEFB-6026-D7BD-82284EB7FB76}"/>
              </a:ext>
            </a:extLst>
          </p:cNvPr>
          <p:cNvSpPr/>
          <p:nvPr/>
        </p:nvSpPr>
        <p:spPr>
          <a:xfrm>
            <a:off x="552732" y="2199576"/>
            <a:ext cx="693200" cy="604267"/>
          </a:xfrm>
          <a:custGeom>
            <a:avLst/>
            <a:gdLst>
              <a:gd name="connsiteX0" fmla="*/ 393237 w 674431"/>
              <a:gd name="connsiteY0" fmla="*/ 0 h 587906"/>
              <a:gd name="connsiteX1" fmla="*/ 616089 w 674431"/>
              <a:gd name="connsiteY1" fmla="*/ 0 h 587906"/>
              <a:gd name="connsiteX2" fmla="*/ 616151 w 674431"/>
              <a:gd name="connsiteY2" fmla="*/ 0 h 587906"/>
              <a:gd name="connsiteX3" fmla="*/ 674431 w 674431"/>
              <a:gd name="connsiteY3" fmla="*/ 58280 h 587906"/>
              <a:gd name="connsiteX4" fmla="*/ 674431 w 674431"/>
              <a:gd name="connsiteY4" fmla="*/ 221738 h 587906"/>
              <a:gd name="connsiteX5" fmla="*/ 597219 w 674431"/>
              <a:gd name="connsiteY5" fmla="*/ 471750 h 587906"/>
              <a:gd name="connsiteX6" fmla="*/ 393361 w 674431"/>
              <a:gd name="connsiteY6" fmla="*/ 587630 h 587906"/>
              <a:gd name="connsiteX7" fmla="*/ 380245 w 674431"/>
              <a:gd name="connsiteY7" fmla="*/ 577174 h 587906"/>
              <a:gd name="connsiteX8" fmla="*/ 380245 w 674431"/>
              <a:gd name="connsiteY8" fmla="*/ 489011 h 587906"/>
              <a:gd name="connsiteX9" fmla="*/ 387484 w 674431"/>
              <a:gd name="connsiteY9" fmla="*/ 478865 h 587906"/>
              <a:gd name="connsiteX10" fmla="*/ 523100 w 674431"/>
              <a:gd name="connsiteY10" fmla="*/ 363541 h 587906"/>
              <a:gd name="connsiteX11" fmla="*/ 540423 w 674431"/>
              <a:gd name="connsiteY11" fmla="*/ 283112 h 587906"/>
              <a:gd name="connsiteX12" fmla="*/ 533308 w 674431"/>
              <a:gd name="connsiteY12" fmla="*/ 276306 h 587906"/>
              <a:gd name="connsiteX13" fmla="*/ 393361 w 674431"/>
              <a:gd name="connsiteY13" fmla="*/ 276306 h 587906"/>
              <a:gd name="connsiteX14" fmla="*/ 374986 w 674431"/>
              <a:gd name="connsiteY14" fmla="*/ 257931 h 587906"/>
              <a:gd name="connsiteX15" fmla="*/ 374986 w 674431"/>
              <a:gd name="connsiteY15" fmla="*/ 18251 h 587906"/>
              <a:gd name="connsiteX16" fmla="*/ 393237 w 674431"/>
              <a:gd name="connsiteY16" fmla="*/ 0 h 587906"/>
              <a:gd name="connsiteX17" fmla="*/ 58466 w 674431"/>
              <a:gd name="connsiteY17" fmla="*/ 0 h 587906"/>
              <a:gd name="connsiteX18" fmla="*/ 281070 w 674431"/>
              <a:gd name="connsiteY18" fmla="*/ 0 h 587906"/>
              <a:gd name="connsiteX19" fmla="*/ 299445 w 674431"/>
              <a:gd name="connsiteY19" fmla="*/ 18375 h 587906"/>
              <a:gd name="connsiteX20" fmla="*/ 299445 w 674431"/>
              <a:gd name="connsiteY20" fmla="*/ 221738 h 587906"/>
              <a:gd name="connsiteX21" fmla="*/ 222233 w 674431"/>
              <a:gd name="connsiteY21" fmla="*/ 471750 h 587906"/>
              <a:gd name="connsiteX22" fmla="*/ 18375 w 674431"/>
              <a:gd name="connsiteY22" fmla="*/ 587630 h 587906"/>
              <a:gd name="connsiteX23" fmla="*/ 5259 w 674431"/>
              <a:gd name="connsiteY23" fmla="*/ 577174 h 587906"/>
              <a:gd name="connsiteX24" fmla="*/ 5259 w 674431"/>
              <a:gd name="connsiteY24" fmla="*/ 489011 h 587906"/>
              <a:gd name="connsiteX25" fmla="*/ 12497 w 674431"/>
              <a:gd name="connsiteY25" fmla="*/ 478865 h 587906"/>
              <a:gd name="connsiteX26" fmla="*/ 148114 w 674431"/>
              <a:gd name="connsiteY26" fmla="*/ 363541 h 587906"/>
              <a:gd name="connsiteX27" fmla="*/ 165437 w 674431"/>
              <a:gd name="connsiteY27" fmla="*/ 283112 h 587906"/>
              <a:gd name="connsiteX28" fmla="*/ 158322 w 674431"/>
              <a:gd name="connsiteY28" fmla="*/ 276306 h 587906"/>
              <a:gd name="connsiteX29" fmla="*/ 18375 w 674431"/>
              <a:gd name="connsiteY29" fmla="*/ 276306 h 587906"/>
              <a:gd name="connsiteX30" fmla="*/ 0 w 674431"/>
              <a:gd name="connsiteY30" fmla="*/ 257931 h 587906"/>
              <a:gd name="connsiteX31" fmla="*/ 0 w 674431"/>
              <a:gd name="connsiteY31" fmla="*/ 58466 h 587906"/>
              <a:gd name="connsiteX32" fmla="*/ 58466 w 674431"/>
              <a:gd name="connsiteY32" fmla="*/ 0 h 5879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674431" h="587906">
                <a:moveTo>
                  <a:pt x="393237" y="0"/>
                </a:moveTo>
                <a:lnTo>
                  <a:pt x="616089" y="0"/>
                </a:lnTo>
                <a:lnTo>
                  <a:pt x="616151" y="0"/>
                </a:lnTo>
                <a:cubicBezTo>
                  <a:pt x="648322" y="0"/>
                  <a:pt x="674431" y="26109"/>
                  <a:pt x="674431" y="58280"/>
                </a:cubicBezTo>
                <a:lnTo>
                  <a:pt x="674431" y="221738"/>
                </a:lnTo>
                <a:cubicBezTo>
                  <a:pt x="674431" y="328152"/>
                  <a:pt x="648694" y="411490"/>
                  <a:pt x="597219" y="471750"/>
                </a:cubicBezTo>
                <a:cubicBezTo>
                  <a:pt x="548157" y="529102"/>
                  <a:pt x="480225" y="567770"/>
                  <a:pt x="393361" y="587630"/>
                </a:cubicBezTo>
                <a:cubicBezTo>
                  <a:pt x="386679" y="589177"/>
                  <a:pt x="380245" y="584042"/>
                  <a:pt x="380245" y="577174"/>
                </a:cubicBezTo>
                <a:lnTo>
                  <a:pt x="380245" y="489011"/>
                </a:lnTo>
                <a:cubicBezTo>
                  <a:pt x="380245" y="484433"/>
                  <a:pt x="383153" y="480288"/>
                  <a:pt x="387484" y="478865"/>
                </a:cubicBezTo>
                <a:cubicBezTo>
                  <a:pt x="454240" y="456778"/>
                  <a:pt x="499466" y="418295"/>
                  <a:pt x="523100" y="363541"/>
                </a:cubicBezTo>
                <a:cubicBezTo>
                  <a:pt x="535969" y="335824"/>
                  <a:pt x="541784" y="309035"/>
                  <a:pt x="540423" y="283112"/>
                </a:cubicBezTo>
                <a:cubicBezTo>
                  <a:pt x="540238" y="279276"/>
                  <a:pt x="537082" y="276306"/>
                  <a:pt x="533308" y="276306"/>
                </a:cubicBezTo>
                <a:lnTo>
                  <a:pt x="393361" y="276306"/>
                </a:lnTo>
                <a:cubicBezTo>
                  <a:pt x="383215" y="276306"/>
                  <a:pt x="374986" y="268078"/>
                  <a:pt x="374986" y="257931"/>
                </a:cubicBezTo>
                <a:lnTo>
                  <a:pt x="374986" y="18251"/>
                </a:lnTo>
                <a:cubicBezTo>
                  <a:pt x="374986" y="8167"/>
                  <a:pt x="383153" y="0"/>
                  <a:pt x="393237" y="0"/>
                </a:cubicBezTo>
                <a:close/>
                <a:moveTo>
                  <a:pt x="58466" y="0"/>
                </a:moveTo>
                <a:lnTo>
                  <a:pt x="281070" y="0"/>
                </a:lnTo>
                <a:cubicBezTo>
                  <a:pt x="291216" y="0"/>
                  <a:pt x="299445" y="8229"/>
                  <a:pt x="299445" y="18375"/>
                </a:cubicBezTo>
                <a:lnTo>
                  <a:pt x="299445" y="221738"/>
                </a:lnTo>
                <a:cubicBezTo>
                  <a:pt x="299445" y="328152"/>
                  <a:pt x="273708" y="411490"/>
                  <a:pt x="222233" y="471750"/>
                </a:cubicBezTo>
                <a:cubicBezTo>
                  <a:pt x="173171" y="529102"/>
                  <a:pt x="105239" y="567770"/>
                  <a:pt x="18375" y="587630"/>
                </a:cubicBezTo>
                <a:cubicBezTo>
                  <a:pt x="11631" y="589177"/>
                  <a:pt x="5259" y="584042"/>
                  <a:pt x="5259" y="577174"/>
                </a:cubicBezTo>
                <a:lnTo>
                  <a:pt x="5259" y="489011"/>
                </a:lnTo>
                <a:cubicBezTo>
                  <a:pt x="5259" y="484433"/>
                  <a:pt x="8167" y="480288"/>
                  <a:pt x="12497" y="478865"/>
                </a:cubicBezTo>
                <a:cubicBezTo>
                  <a:pt x="79254" y="456778"/>
                  <a:pt x="124480" y="418295"/>
                  <a:pt x="148114" y="363541"/>
                </a:cubicBezTo>
                <a:cubicBezTo>
                  <a:pt x="160983" y="335824"/>
                  <a:pt x="166798" y="309035"/>
                  <a:pt x="165437" y="283112"/>
                </a:cubicBezTo>
                <a:cubicBezTo>
                  <a:pt x="165252" y="279276"/>
                  <a:pt x="162096" y="276306"/>
                  <a:pt x="158322" y="276306"/>
                </a:cubicBezTo>
                <a:lnTo>
                  <a:pt x="18375" y="276306"/>
                </a:lnTo>
                <a:cubicBezTo>
                  <a:pt x="8229" y="276306"/>
                  <a:pt x="0" y="268078"/>
                  <a:pt x="0" y="257931"/>
                </a:cubicBezTo>
                <a:lnTo>
                  <a:pt x="0" y="58466"/>
                </a:lnTo>
                <a:cubicBezTo>
                  <a:pt x="0" y="26171"/>
                  <a:pt x="26171" y="0"/>
                  <a:pt x="58466" y="0"/>
                </a:cubicBezTo>
                <a:close/>
              </a:path>
            </a:pathLst>
          </a:custGeom>
          <a:solidFill>
            <a:schemeClr val="tx1"/>
          </a:solidFill>
          <a:ln w="6117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6B8F6EDE-3287-C98A-2287-E97E9546E9E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245931" y="4963876"/>
            <a:ext cx="270648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Quote author</a:t>
            </a:r>
          </a:p>
        </p:txBody>
      </p:sp>
    </p:spTree>
    <p:extLst>
      <p:ext uri="{BB962C8B-B14F-4D97-AF65-F5344CB8AC3E}">
        <p14:creationId xmlns:p14="http://schemas.microsoft.com/office/powerpoint/2010/main" val="9032936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reensho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E7235-22DD-1125-FF85-028A2E641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6359434" cy="553998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65C022-5A4E-84F5-B51B-1431B6A0AE21}"/>
              </a:ext>
            </a:extLst>
          </p:cNvPr>
          <p:cNvSpPr/>
          <p:nvPr/>
        </p:nvSpPr>
        <p:spPr bwMode="auto">
          <a:xfrm>
            <a:off x="7228114" y="292100"/>
            <a:ext cx="4659086" cy="6272213"/>
          </a:xfrm>
          <a:prstGeom prst="rect">
            <a:avLst/>
          </a:prstGeom>
          <a:gradFill>
            <a:gsLst>
              <a:gs pos="0">
                <a:srgbClr val="FFB3BB"/>
              </a:gs>
              <a:gs pos="100000">
                <a:srgbClr val="FFB900"/>
              </a:gs>
            </a:gsLst>
            <a:lin ang="8100000" scaled="1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B5068233-F46E-B659-0799-22A45E3DA22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76380" y="1866864"/>
            <a:ext cx="5544120" cy="3124272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effectLst>
            <a:outerShdw blurRad="241300" dist="304800" dir="2700000" sx="101000" sy="101000" algn="ctr" rotWithShape="0">
              <a:srgbClr val="000000">
                <a:alpha val="17000"/>
              </a:srgbClr>
            </a:outerShdw>
          </a:effectLst>
        </p:spPr>
        <p:txBody>
          <a:bodyPr lIns="731520" rIns="731520" bIns="1097280" anchor="ctr" anchorCtr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Drag &amp; drop your photo here or click or tap icon below to insert</a:t>
            </a:r>
          </a:p>
        </p:txBody>
      </p:sp>
      <p:sp>
        <p:nvSpPr>
          <p:cNvPr id="17" name="Content Placeholder 4">
            <a:extLst>
              <a:ext uri="{FF2B5EF4-FFF2-40B4-BE49-F238E27FC236}">
                <a16:creationId xmlns:a16="http://schemas.microsoft.com/office/drawing/2014/main" id="{1020F17E-67BE-FC02-AF7B-709A3923C23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0" y="1435100"/>
            <a:ext cx="5211763" cy="48339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4932234"/>
      </p:ext>
    </p:extLst>
  </p:cSld>
  <p:clrMapOvr>
    <a:masterClrMapping/>
  </p:clrMapOvr>
  <p:transition>
    <p:fade/>
  </p:transition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reensho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565C022-5A4E-84F5-B51B-1431B6A0AE21}"/>
              </a:ext>
            </a:extLst>
          </p:cNvPr>
          <p:cNvSpPr/>
          <p:nvPr/>
        </p:nvSpPr>
        <p:spPr bwMode="auto">
          <a:xfrm>
            <a:off x="304800" y="292100"/>
            <a:ext cx="11582400" cy="6272213"/>
          </a:xfrm>
          <a:prstGeom prst="rect">
            <a:avLst/>
          </a:prstGeom>
          <a:gradFill>
            <a:gsLst>
              <a:gs pos="64000">
                <a:srgbClr val="0D82CB"/>
              </a:gs>
              <a:gs pos="0">
                <a:srgbClr val="7FDE7B"/>
              </a:gs>
            </a:gsLst>
            <a:lin ang="8100000" scaled="1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83E7235-22DD-1125-FF85-028A2E641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2896801"/>
            <a:ext cx="3590037" cy="1661993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B5068233-F46E-B659-0799-22A45E3DA22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461762" y="1490647"/>
            <a:ext cx="6879337" cy="3876706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effectLst>
            <a:outerShdw blurRad="241300" dist="304800" dir="2700000" sx="101000" sy="101000" algn="ctr" rotWithShape="0">
              <a:srgbClr val="000000">
                <a:alpha val="17000"/>
              </a:srgbClr>
            </a:outerShdw>
          </a:effectLst>
        </p:spPr>
        <p:txBody>
          <a:bodyPr lIns="1097280" rIns="1097280" bIns="1097280" anchor="ctr" anchorCtr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Drag &amp; drop your photo here or click or tap icon 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6639293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slide 1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DB0FE6-6EE4-72F6-EE0C-E481F72F7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4910837" cy="110799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BEC160D-0F95-E237-7287-43174DA4A3F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1" y="1816100"/>
            <a:ext cx="4910838" cy="20436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3" name="Picture Placeholder 15">
            <a:extLst>
              <a:ext uri="{FF2B5EF4-FFF2-40B4-BE49-F238E27FC236}">
                <a16:creationId xmlns:a16="http://schemas.microsoft.com/office/drawing/2014/main" id="{90C592A4-DBC6-A7A9-63D9-5020A47499F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96000" y="0"/>
            <a:ext cx="6096000" cy="6858000"/>
          </a:xfrm>
          <a:blipFill>
            <a:blip r:embed="rId2"/>
            <a:stretch>
              <a:fillRect/>
            </a:stretch>
          </a:blipFill>
          <a:effectLst/>
        </p:spPr>
        <p:txBody>
          <a:bodyPr lIns="1097280" rIns="1097280" bIns="1097280" anchor="ctr" anchorCtr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Drag &amp; drop your photo here or click or tap icon 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7489036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DB0FE6-6EE4-72F6-EE0C-E481F72F7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4910837" cy="1107996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BEC160D-0F95-E237-7287-43174DA4A3F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1" y="1816100"/>
            <a:ext cx="4910838" cy="161274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6" name="Picture Placeholder 15">
            <a:extLst>
              <a:ext uri="{FF2B5EF4-FFF2-40B4-BE49-F238E27FC236}">
                <a16:creationId xmlns:a16="http://schemas.microsoft.com/office/drawing/2014/main" id="{830D09FD-2495-FD73-64EA-14E484039EF8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96000" y="0"/>
            <a:ext cx="6096000" cy="6858000"/>
          </a:xfrm>
          <a:blipFill>
            <a:blip r:embed="rId2"/>
            <a:stretch>
              <a:fillRect/>
            </a:stretch>
          </a:blipFill>
          <a:effectLst/>
        </p:spPr>
        <p:txBody>
          <a:bodyPr lIns="1097280" rIns="1097280" bIns="1097280" anchor="ctr" anchorCtr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Drag &amp; drop your photo here or click or tap icon 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4168586858"/>
      </p:ext>
    </p:extLst>
  </p:cSld>
  <p:clrMapOvr>
    <a:masterClrMapping/>
  </p:clrMapOvr>
  <p:transition>
    <p:fade/>
  </p:transition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ank you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655B182-C5FF-81E8-8156-470DF32495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4200" y="2798286"/>
            <a:ext cx="4663440" cy="738664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800" spc="-50" baseline="0">
                <a:solidFill>
                  <a:schemeClr val="tx2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BC71D650-3B87-D82E-F786-ADD5DDCE4C7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4199" y="4847464"/>
            <a:ext cx="3898901" cy="246221"/>
          </a:xfrm>
          <a:noFill/>
        </p:spPr>
        <p:txBody>
          <a:bodyPr wrap="square" lIns="0" tIns="0" rIns="0" bIns="0" anchor="b" anchorCtr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35A3663-712F-A49D-172F-24B86151135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4199" y="5106140"/>
            <a:ext cx="3898901" cy="184666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2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Contact information</a:t>
            </a:r>
          </a:p>
        </p:txBody>
      </p:sp>
      <p:pic>
        <p:nvPicPr>
          <p:cNvPr id="8" name="MS logo gray - EMF" descr="Microsoft logo, gray text version">
            <a:extLst>
              <a:ext uri="{FF2B5EF4-FFF2-40B4-BE49-F238E27FC236}">
                <a16:creationId xmlns:a16="http://schemas.microsoft.com/office/drawing/2014/main" id="{4B828D67-4891-FD7F-4AA2-E9E4A65251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993208"/>
      </p:ext>
    </p:extLst>
  </p:cSld>
  <p:clrMapOvr>
    <a:masterClrMapping/>
  </p:clrMapOvr>
  <p:transition>
    <p:fade/>
  </p:transition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hank you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655B182-C5FF-81E8-8156-470DF32495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4200" y="2798286"/>
            <a:ext cx="4663440" cy="738664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800" spc="-50" baseline="0">
                <a:solidFill>
                  <a:schemeClr val="tx2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BC71D650-3B87-D82E-F786-ADD5DDCE4C7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4199" y="4847464"/>
            <a:ext cx="3898901" cy="246221"/>
          </a:xfrm>
          <a:noFill/>
        </p:spPr>
        <p:txBody>
          <a:bodyPr wrap="square" lIns="0" tIns="0" rIns="0" bIns="0" anchor="b" anchorCtr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35A3663-712F-A49D-172F-24B86151135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4199" y="5106140"/>
            <a:ext cx="3898901" cy="184666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2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Contact information</a:t>
            </a:r>
          </a:p>
        </p:txBody>
      </p:sp>
      <p:pic>
        <p:nvPicPr>
          <p:cNvPr id="8" name="MS logo gray - EMF" descr="Microsoft logo, gray text version">
            <a:extLst>
              <a:ext uri="{FF2B5EF4-FFF2-40B4-BE49-F238E27FC236}">
                <a16:creationId xmlns:a16="http://schemas.microsoft.com/office/drawing/2014/main" id="{4B828D67-4891-FD7F-4AA2-E9E4A65251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1411529"/>
      </p:ext>
    </p:extLst>
  </p:cSld>
  <p:clrMapOvr>
    <a:masterClrMapping/>
  </p:clrMapOvr>
  <p:transition>
    <p:fade/>
  </p:transition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3088326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61">
          <p15:clr>
            <a:srgbClr val="A4A3A4"/>
          </p15:clr>
        </p15:guide>
        <p15:guide id="15" pos="3348">
          <p15:clr>
            <a:srgbClr val="A4A3A4"/>
          </p15:clr>
        </p15:guide>
        <p15:guide id="16" pos="3754">
          <p15:clr>
            <a:srgbClr val="A4A3A4"/>
          </p15:clr>
        </p15:guide>
        <p15:guide id="17" pos="3931">
          <p15:clr>
            <a:srgbClr val="A4A3A4"/>
          </p15:clr>
        </p15:guide>
        <p15:guide id="18" pos="4342">
          <p15:clr>
            <a:srgbClr val="A4A3A4"/>
          </p15:clr>
        </p15:guide>
        <p15:guide id="19" pos="4531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16899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 logo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3" descr="This is a copyright notice that should be included on the final slide."/>
          <p:cNvSpPr txBox="1">
            <a:spLocks noChangeArrowheads="1"/>
          </p:cNvSpPr>
          <p:nvPr/>
        </p:nvSpPr>
        <p:spPr bwMode="blackWhite">
          <a:xfrm>
            <a:off x="584200" y="6161316"/>
            <a:ext cx="4482124" cy="107722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  <a:spAutoFit/>
          </a:bodyPr>
          <a:lstStyle/>
          <a:p>
            <a:pPr defTabSz="932290" eaLnBrk="0" hangingPunct="0"/>
            <a:r>
              <a:rPr lang="en-US" sz="700" dirty="0">
                <a:solidFill>
                  <a:schemeClr val="tx1"/>
                </a:solidFill>
                <a:cs typeface="Segoe UI" pitchFamily="34" charset="0"/>
              </a:rPr>
              <a:t>© Copyright Microsoft Corporation. All rights reserved. </a:t>
            </a:r>
          </a:p>
        </p:txBody>
      </p:sp>
      <p:pic>
        <p:nvPicPr>
          <p:cNvPr id="5" name="MS logo white - EMF" descr="Microsoft logo white text version">
            <a:extLst>
              <a:ext uri="{FF2B5EF4-FFF2-40B4-BE49-F238E27FC236}">
                <a16:creationId xmlns:a16="http://schemas.microsoft.com/office/drawing/2014/main" id="{70D3778F-A717-44C8-9013-FF206B15DD6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5375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ck Notes slide Layout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 bwMode="white"/>
        <p:txBody>
          <a:bodyPr/>
          <a:lstStyle>
            <a:lvl1pPr>
              <a:defRPr b="0">
                <a:solidFill>
                  <a:schemeClr val="tx1"/>
                </a:solidFill>
                <a:latin typeface="+mj-lt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B6606D-2DF9-48CD-BBE9-B751BF55CD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 bwMode="white">
          <a:xfrm>
            <a:off x="584200" y="1436688"/>
            <a:ext cx="11018838" cy="2215991"/>
          </a:xfrm>
        </p:spPr>
        <p:txBody>
          <a:bodyPr>
            <a:spAutoFit/>
          </a:bodyPr>
          <a:lstStyle>
            <a:lvl1pPr>
              <a:defRPr sz="3600">
                <a:latin typeface="+mn-lt"/>
              </a:defRPr>
            </a:lvl1pPr>
            <a:lvl2pPr>
              <a:defRPr sz="2800">
                <a:latin typeface="+mn-lt"/>
              </a:defRPr>
            </a:lvl2pPr>
            <a:lvl3pPr>
              <a:defRPr sz="2400">
                <a:latin typeface="+mn-lt"/>
              </a:defRPr>
            </a:lvl3pPr>
            <a:lvl4pPr>
              <a:defRPr sz="2000">
                <a:latin typeface="+mn-lt"/>
              </a:defRPr>
            </a:lvl4pPr>
            <a:lvl5pPr>
              <a:defRPr sz="1800">
                <a:latin typeface="+mn-lt"/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Next slide"/>
          <p:cNvSpPr>
            <a:spLocks noGrp="1"/>
          </p:cNvSpPr>
          <p:nvPr>
            <p:ph type="body" sz="quarter" idx="11" hasCustomPrompt="1"/>
          </p:nvPr>
        </p:nvSpPr>
        <p:spPr>
          <a:xfrm>
            <a:off x="1" y="6269038"/>
            <a:ext cx="12192001" cy="588963"/>
          </a:xfrm>
          <a:prstGeom prst="rect">
            <a:avLst/>
          </a:prstGeom>
          <a:solidFill>
            <a:srgbClr val="FFFF99"/>
          </a:solidFill>
        </p:spPr>
        <p:txBody>
          <a:bodyPr wrap="square" lIns="155457" tIns="77729" rIns="155457" bIns="45720" anchor="b" anchorCtr="0">
            <a:noAutofit/>
          </a:bodyPr>
          <a:lstStyle>
            <a:lvl1pPr algn="r">
              <a:buFont typeface="Arial" pitchFamily="34" charset="0"/>
              <a:buNone/>
              <a:defRPr sz="3700" spc="-51" baseline="0">
                <a:solidFill>
                  <a:srgbClr val="000000"/>
                </a:solidFill>
                <a:effectLst/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Next:</a:t>
            </a:r>
          </a:p>
        </p:txBody>
      </p:sp>
    </p:spTree>
    <p:extLst>
      <p:ext uri="{BB962C8B-B14F-4D97-AF65-F5344CB8AC3E}">
        <p14:creationId xmlns:p14="http://schemas.microsoft.com/office/powerpoint/2010/main" val="17564565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904">
          <p15:clr>
            <a:srgbClr val="5ACBF0"/>
          </p15:clr>
        </p15:guide>
        <p15:guide id="2" orient="horz" pos="288">
          <p15:clr>
            <a:srgbClr val="5ACBF0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A1AE380-3F53-E692-9808-00C72E56FE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BF998EB-668F-3F25-6D1B-BA299D2051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347C967-ECCA-41AE-6674-64E570536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230C7-5423-43F0-AE08-EE409515EA12}" type="datetimeFigureOut">
              <a:rPr kumimoji="1" lang="ja-JP" altLang="en-US" smtClean="0"/>
              <a:t>2026/5/21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E341A00-D236-8069-F329-97CA85365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52BFEA8-F1E5-1CFF-7A7A-E5508A41E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5834EC-8B3F-46D7-B2EA-DA52255AF19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765571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26" Type="http://schemas.openxmlformats.org/officeDocument/2006/relationships/slideLayout" Target="../slideLayouts/slideLayout26.xml" />
  <Relationship Id="rId21" Type="http://schemas.openxmlformats.org/officeDocument/2006/relationships/slideLayout" Target="../slideLayouts/slideLayout21.xml" />
  <Relationship Id="rId42" Type="http://schemas.openxmlformats.org/officeDocument/2006/relationships/slideLayout" Target="../slideLayouts/slideLayout42.xml" />
  <Relationship Id="rId47" Type="http://schemas.openxmlformats.org/officeDocument/2006/relationships/slideLayout" Target="../slideLayouts/slideLayout47.xml" />
  <Relationship Id="rId63" Type="http://schemas.openxmlformats.org/officeDocument/2006/relationships/slideLayout" Target="../slideLayouts/slideLayout63.xml" />
  <Relationship Id="rId68" Type="http://schemas.openxmlformats.org/officeDocument/2006/relationships/slideLayout" Target="../slideLayouts/slideLayout68.xml" />
  <Relationship Id="rId2" Type="http://schemas.openxmlformats.org/officeDocument/2006/relationships/slideLayout" Target="../slideLayouts/slideLayout2.xml" />
  <Relationship Id="rId16" Type="http://schemas.openxmlformats.org/officeDocument/2006/relationships/slideLayout" Target="../slideLayouts/slideLayout16.xml" />
  <Relationship Id="rId29" Type="http://schemas.openxmlformats.org/officeDocument/2006/relationships/slideLayout" Target="../slideLayouts/slideLayout29.xml" />
  <Relationship Id="rId11" Type="http://schemas.openxmlformats.org/officeDocument/2006/relationships/slideLayout" Target="../slideLayouts/slideLayout11.xml" />
  <Relationship Id="rId24" Type="http://schemas.openxmlformats.org/officeDocument/2006/relationships/slideLayout" Target="../slideLayouts/slideLayout24.xml" />
  <Relationship Id="rId32" Type="http://schemas.openxmlformats.org/officeDocument/2006/relationships/slideLayout" Target="../slideLayouts/slideLayout32.xml" />
  <Relationship Id="rId37" Type="http://schemas.openxmlformats.org/officeDocument/2006/relationships/slideLayout" Target="../slideLayouts/slideLayout37.xml" />
  <Relationship Id="rId40" Type="http://schemas.openxmlformats.org/officeDocument/2006/relationships/slideLayout" Target="../slideLayouts/slideLayout40.xml" />
  <Relationship Id="rId45" Type="http://schemas.openxmlformats.org/officeDocument/2006/relationships/slideLayout" Target="../slideLayouts/slideLayout45.xml" />
  <Relationship Id="rId53" Type="http://schemas.openxmlformats.org/officeDocument/2006/relationships/slideLayout" Target="../slideLayouts/slideLayout53.xml" />
  <Relationship Id="rId58" Type="http://schemas.openxmlformats.org/officeDocument/2006/relationships/slideLayout" Target="../slideLayouts/slideLayout58.xml" />
  <Relationship Id="rId66" Type="http://schemas.openxmlformats.org/officeDocument/2006/relationships/slideLayout" Target="../slideLayouts/slideLayout66.xml" />
  <Relationship Id="rId74" Type="http://schemas.openxmlformats.org/officeDocument/2006/relationships/image" Target="../media/image1.svg" />
  <Relationship Id="rId5" Type="http://schemas.openxmlformats.org/officeDocument/2006/relationships/slideLayout" Target="../slideLayouts/slideLayout5.xml" />
  <Relationship Id="rId61" Type="http://schemas.openxmlformats.org/officeDocument/2006/relationships/slideLayout" Target="../slideLayouts/slideLayout61.xml" />
  <Relationship Id="rId19" Type="http://schemas.openxmlformats.org/officeDocument/2006/relationships/slideLayout" Target="../slideLayouts/slideLayout19.xml" />
  <Relationship Id="rId14" Type="http://schemas.openxmlformats.org/officeDocument/2006/relationships/slideLayout" Target="../slideLayouts/slideLayout14.xml" />
  <Relationship Id="rId22" Type="http://schemas.openxmlformats.org/officeDocument/2006/relationships/slideLayout" Target="../slideLayouts/slideLayout22.xml" />
  <Relationship Id="rId27" Type="http://schemas.openxmlformats.org/officeDocument/2006/relationships/slideLayout" Target="../slideLayouts/slideLayout27.xml" />
  <Relationship Id="rId30" Type="http://schemas.openxmlformats.org/officeDocument/2006/relationships/slideLayout" Target="../slideLayouts/slideLayout30.xml" />
  <Relationship Id="rId35" Type="http://schemas.openxmlformats.org/officeDocument/2006/relationships/slideLayout" Target="../slideLayouts/slideLayout35.xml" />
  <Relationship Id="rId43" Type="http://schemas.openxmlformats.org/officeDocument/2006/relationships/slideLayout" Target="../slideLayouts/slideLayout43.xml" />
  <Relationship Id="rId48" Type="http://schemas.openxmlformats.org/officeDocument/2006/relationships/slideLayout" Target="../slideLayouts/slideLayout48.xml" />
  <Relationship Id="rId56" Type="http://schemas.openxmlformats.org/officeDocument/2006/relationships/slideLayout" Target="../slideLayouts/slideLayout56.xml" />
  <Relationship Id="rId64" Type="http://schemas.openxmlformats.org/officeDocument/2006/relationships/slideLayout" Target="../slideLayouts/slideLayout64.xml" />
  <Relationship Id="rId69" Type="http://schemas.openxmlformats.org/officeDocument/2006/relationships/slideLayout" Target="../slideLayouts/slideLayout69.xml" />
  <Relationship Id="rId8" Type="http://schemas.openxmlformats.org/officeDocument/2006/relationships/slideLayout" Target="../slideLayouts/slideLayout8.xml" />
  <Relationship Id="rId51" Type="http://schemas.openxmlformats.org/officeDocument/2006/relationships/slideLayout" Target="../slideLayouts/slideLayout51.xml" />
  <Relationship Id="rId72" Type="http://schemas.openxmlformats.org/officeDocument/2006/relationships/slideLayout" Target="../slideLayouts/slideLayout72.xml" />
  <Relationship Id="rId3" Type="http://schemas.openxmlformats.org/officeDocument/2006/relationships/slideLayout" Target="../slideLayouts/slideLayout3.xml" />
  <Relationship Id="rId12" Type="http://schemas.openxmlformats.org/officeDocument/2006/relationships/slideLayout" Target="../slideLayouts/slideLayout12.xml" />
  <Relationship Id="rId17" Type="http://schemas.openxmlformats.org/officeDocument/2006/relationships/slideLayout" Target="../slideLayouts/slideLayout17.xml" />
  <Relationship Id="rId25" Type="http://schemas.openxmlformats.org/officeDocument/2006/relationships/slideLayout" Target="../slideLayouts/slideLayout25.xml" />
  <Relationship Id="rId33" Type="http://schemas.openxmlformats.org/officeDocument/2006/relationships/slideLayout" Target="../slideLayouts/slideLayout33.xml" />
  <Relationship Id="rId38" Type="http://schemas.openxmlformats.org/officeDocument/2006/relationships/slideLayout" Target="../slideLayouts/slideLayout38.xml" />
  <Relationship Id="rId46" Type="http://schemas.openxmlformats.org/officeDocument/2006/relationships/slideLayout" Target="../slideLayouts/slideLayout46.xml" />
  <Relationship Id="rId59" Type="http://schemas.openxmlformats.org/officeDocument/2006/relationships/slideLayout" Target="../slideLayouts/slideLayout59.xml" />
  <Relationship Id="rId67" Type="http://schemas.openxmlformats.org/officeDocument/2006/relationships/slideLayout" Target="../slideLayouts/slideLayout67.xml" />
  <Relationship Id="rId20" Type="http://schemas.openxmlformats.org/officeDocument/2006/relationships/slideLayout" Target="../slideLayouts/slideLayout20.xml" />
  <Relationship Id="rId41" Type="http://schemas.openxmlformats.org/officeDocument/2006/relationships/slideLayout" Target="../slideLayouts/slideLayout41.xml" />
  <Relationship Id="rId54" Type="http://schemas.openxmlformats.org/officeDocument/2006/relationships/slideLayout" Target="../slideLayouts/slideLayout54.xml" />
  <Relationship Id="rId62" Type="http://schemas.openxmlformats.org/officeDocument/2006/relationships/slideLayout" Target="../slideLayouts/slideLayout62.xml" />
  <Relationship Id="rId70" Type="http://schemas.openxmlformats.org/officeDocument/2006/relationships/slideLayout" Target="../slideLayouts/slideLayout70.xml" />
  <Relationship Id="rId1" Type="http://schemas.openxmlformats.org/officeDocument/2006/relationships/slideLayout" Target="../slideLayouts/slideLayout1.xml" />
  <Relationship Id="rId6" Type="http://schemas.openxmlformats.org/officeDocument/2006/relationships/slideLayout" Target="../slideLayouts/slideLayout6.xml" />
  <Relationship Id="rId15" Type="http://schemas.openxmlformats.org/officeDocument/2006/relationships/slideLayout" Target="../slideLayouts/slideLayout15.xml" />
  <Relationship Id="rId23" Type="http://schemas.openxmlformats.org/officeDocument/2006/relationships/slideLayout" Target="../slideLayouts/slideLayout23.xml" />
  <Relationship Id="rId28" Type="http://schemas.openxmlformats.org/officeDocument/2006/relationships/slideLayout" Target="../slideLayouts/slideLayout28.xml" />
  <Relationship Id="rId36" Type="http://schemas.openxmlformats.org/officeDocument/2006/relationships/slideLayout" Target="../slideLayouts/slideLayout36.xml" />
  <Relationship Id="rId49" Type="http://schemas.openxmlformats.org/officeDocument/2006/relationships/slideLayout" Target="../slideLayouts/slideLayout49.xml" />
  <Relationship Id="rId57" Type="http://schemas.openxmlformats.org/officeDocument/2006/relationships/slideLayout" Target="../slideLayouts/slideLayout57.xml" />
  <Relationship Id="rId10" Type="http://schemas.openxmlformats.org/officeDocument/2006/relationships/slideLayout" Target="../slideLayouts/slideLayout10.xml" />
  <Relationship Id="rId31" Type="http://schemas.openxmlformats.org/officeDocument/2006/relationships/slideLayout" Target="../slideLayouts/slideLayout31.xml" />
  <Relationship Id="rId44" Type="http://schemas.openxmlformats.org/officeDocument/2006/relationships/slideLayout" Target="../slideLayouts/slideLayout44.xml" />
  <Relationship Id="rId52" Type="http://schemas.openxmlformats.org/officeDocument/2006/relationships/slideLayout" Target="../slideLayouts/slideLayout52.xml" />
  <Relationship Id="rId60" Type="http://schemas.openxmlformats.org/officeDocument/2006/relationships/slideLayout" Target="../slideLayouts/slideLayout60.xml" />
  <Relationship Id="rId65" Type="http://schemas.openxmlformats.org/officeDocument/2006/relationships/slideLayout" Target="../slideLayouts/slideLayout65.xml" />
  <Relationship Id="rId73" Type="http://schemas.openxmlformats.org/officeDocument/2006/relationships/theme" Target="../theme/theme1.xml" />
  <Relationship Id="rId4" Type="http://schemas.openxmlformats.org/officeDocument/2006/relationships/slideLayout" Target="../slideLayouts/slideLayout4.xml" />
  <Relationship Id="rId9" Type="http://schemas.openxmlformats.org/officeDocument/2006/relationships/slideLayout" Target="../slideLayouts/slideLayout9.xml" />
  <Relationship Id="rId13" Type="http://schemas.openxmlformats.org/officeDocument/2006/relationships/slideLayout" Target="../slideLayouts/slideLayout13.xml" />
  <Relationship Id="rId18" Type="http://schemas.openxmlformats.org/officeDocument/2006/relationships/slideLayout" Target="../slideLayouts/slideLayout18.xml" />
  <Relationship Id="rId39" Type="http://schemas.openxmlformats.org/officeDocument/2006/relationships/slideLayout" Target="../slideLayouts/slideLayout39.xml" />
  <Relationship Id="rId34" Type="http://schemas.openxmlformats.org/officeDocument/2006/relationships/slideLayout" Target="../slideLayouts/slideLayout34.xml" />
  <Relationship Id="rId50" Type="http://schemas.openxmlformats.org/officeDocument/2006/relationships/slideLayout" Target="../slideLayouts/slideLayout50.xml" />
  <Relationship Id="rId55" Type="http://schemas.openxmlformats.org/officeDocument/2006/relationships/slideLayout" Target="../slideLayouts/slideLayout55.xml" />
  <Relationship Id="rId7" Type="http://schemas.openxmlformats.org/officeDocument/2006/relationships/slideLayout" Target="../slideLayouts/slideLayout7.xml" />
  <Relationship Id="rId71" Type="http://schemas.openxmlformats.org/officeDocument/2006/relationships/slideLayout" Target="../slideLayouts/slideLayout71.xml" 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blackWhite"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584200" y="1435503"/>
            <a:ext cx="11018520" cy="161274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.64 square" hidden="1">
            <a:extLst>
              <a:ext uri="{FF2B5EF4-FFF2-40B4-BE49-F238E27FC236}">
                <a16:creationId xmlns:a16="http://schemas.microsoft.com/office/drawing/2014/main" id="{90E0CE0A-15D7-405F-8DFA-B7F5AF47B03C}"/>
              </a:ext>
            </a:extLst>
          </p:cNvPr>
          <p:cNvSpPr/>
          <p:nvPr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5" name=".32 square" hidden="1">
            <a:extLst>
              <a:ext uri="{FF2B5EF4-FFF2-40B4-BE49-F238E27FC236}">
                <a16:creationId xmlns:a16="http://schemas.microsoft.com/office/drawing/2014/main" id="{09835393-211C-428D-B22F-51EE7A413599}"/>
              </a:ext>
            </a:extLst>
          </p:cNvPr>
          <p:cNvSpPr/>
          <p:nvPr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144" name="Graphic 143">
            <a:extLst>
              <a:ext uri="{FF2B5EF4-FFF2-40B4-BE49-F238E27FC236}">
                <a16:creationId xmlns:a16="http://schemas.microsoft.com/office/drawing/2014/main" id="{55FCE7D5-5796-0746-3173-EB75FBE85E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4"/>
              </a:ext>
            </a:extLst>
          </a:blip>
          <a:srcRect/>
          <a:stretch/>
        </p:blipFill>
        <p:spPr>
          <a:xfrm rot="5400000">
            <a:off x="9509919" y="2743200"/>
            <a:ext cx="68580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3466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  <p:sldLayoutId id="2147483705" r:id="rId45"/>
    <p:sldLayoutId id="2147483706" r:id="rId46"/>
    <p:sldLayoutId id="2147483707" r:id="rId47"/>
    <p:sldLayoutId id="2147483708" r:id="rId48"/>
    <p:sldLayoutId id="2147483709" r:id="rId49"/>
    <p:sldLayoutId id="2147483710" r:id="rId50"/>
    <p:sldLayoutId id="2147483711" r:id="rId51"/>
    <p:sldLayoutId id="2147483712" r:id="rId52"/>
    <p:sldLayoutId id="2147483713" r:id="rId53"/>
    <p:sldLayoutId id="2147483714" r:id="rId54"/>
    <p:sldLayoutId id="2147483715" r:id="rId55"/>
    <p:sldLayoutId id="2147483716" r:id="rId56"/>
    <p:sldLayoutId id="2147483717" r:id="rId57"/>
    <p:sldLayoutId id="2147483718" r:id="rId58"/>
    <p:sldLayoutId id="2147483719" r:id="rId59"/>
    <p:sldLayoutId id="2147483720" r:id="rId60"/>
    <p:sldLayoutId id="2147483721" r:id="rId61"/>
    <p:sldLayoutId id="2147483722" r:id="rId62"/>
    <p:sldLayoutId id="2147483723" r:id="rId63"/>
    <p:sldLayoutId id="2147483724" r:id="rId64"/>
    <p:sldLayoutId id="2147483725" r:id="rId65"/>
    <p:sldLayoutId id="2147483726" r:id="rId66"/>
    <p:sldLayoutId id="2147483727" r:id="rId67"/>
    <p:sldLayoutId id="2147483728" r:id="rId68"/>
    <p:sldLayoutId id="2147483729" r:id="rId69"/>
    <p:sldLayoutId id="2147483730" r:id="rId70"/>
    <p:sldLayoutId id="2147483731" r:id="rId71"/>
    <p:sldLayoutId id="2147483732" r:id="rId72"/>
  </p:sldLayoutIdLst>
  <p:transition>
    <p:fade/>
  </p:transition>
  <p:txStyles>
    <p:titleStyle>
      <a:lvl1pPr algn="l" defTabSz="932742" rtl="0" eaLnBrk="1" latinLnBrk="0" hangingPunct="1">
        <a:lnSpc>
          <a:spcPct val="100000"/>
        </a:lnSpc>
        <a:spcBef>
          <a:spcPct val="0"/>
        </a:spcBef>
        <a:buNone/>
        <a:defRPr kumimoji="1" lang="en-US" sz="3600" b="0" kern="1200" cap="none" spc="-50" baseline="0" dirty="0" smtClean="0">
          <a:ln w="3175">
            <a:noFill/>
          </a:ln>
          <a:solidFill>
            <a:schemeClr val="tx2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2286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kumimoji="1" sz="2800" kern="1200" spc="0" baseline="0">
          <a:solidFill>
            <a:schemeClr val="tx1"/>
          </a:solidFill>
          <a:latin typeface="+mn-lt"/>
          <a:ea typeface="+mn-ea"/>
          <a:cs typeface="Segoe UI" panose="020B0502040204020203" pitchFamily="34" charset="0"/>
        </a:defRPr>
      </a:lvl1pPr>
      <a:lvl2pPr marL="4572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kumimoji="1" sz="20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7225" marR="0" indent="-20002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kumimoji="1" sz="16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842963" marR="0" indent="-1809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kumimoji="1" sz="14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023938" marR="0" indent="-1682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kumimoji="1" sz="14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pos="360">
          <p15:clr>
            <a:srgbClr val="C35EA4"/>
          </p15:clr>
        </p15:guide>
        <p15:guide id="17" pos="7320">
          <p15:clr>
            <a:srgbClr val="C35EA4"/>
          </p15:clr>
        </p15:guide>
        <p15:guide id="25" orient="horz" pos="369">
          <p15:clr>
            <a:srgbClr val="C35EA4"/>
          </p15:clr>
        </p15:guide>
        <p15:guide id="26" orient="horz" pos="3949">
          <p15:clr>
            <a:srgbClr val="C35EA4"/>
          </p15:clr>
        </p15:guide>
        <p15:guide id="27" orient="horz" pos="184">
          <p15:clr>
            <a:srgbClr val="A4A3A4"/>
          </p15:clr>
        </p15:guide>
        <p15:guide id="28" pos="192">
          <p15:clr>
            <a:srgbClr val="A4A3A4"/>
          </p15:clr>
        </p15:guide>
        <p15:guide id="29" orient="horz" pos="4135">
          <p15:clr>
            <a:srgbClr val="A4A3A4"/>
          </p15:clr>
        </p15:guide>
        <p15:guide id="30" pos="7488">
          <p15:clr>
            <a:srgbClr val="A4A3A4"/>
          </p15:clr>
        </p15:guide>
        <p15:guide id="31" orient="horz" pos="400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3.xml"/>
</Relationships>
</file>

<file path=ppt/slides/_rels/slide2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13.xml"/>
</Relationships>
</file>

<file path=ppt/slides/_rels/slide3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13.xml"/>
</Relationships>
</file>

<file path=ppt/slides/_rels/slide4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51.xml"/>
</Relationships>
</file>

<file path=ppt/slides/_rels/slide5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15.xml"/>
</Relationships>
</file>

<file path=ppt/slides/_rels/slide6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13.xml"/>
</Relationships>
</file>

<file path=ppt/slides/_rels/slide7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13.xml"/>
</Relationships>
</file>

<file path=ppt/slides/_rels/slide8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51.xml"/>
</Relationships>
</file>

<file path=ppt/slides/_rels/slide9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45.xml"/>
</Relationships>
</file>

<file path=ppt/slides/_rels/slide10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45.xml"/>
</Relationships>
</file>

<file path=ppt/slides/_rels/slide11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13.xml"/>
</Relationships>
</file>

<file path=ppt/slides/_rels/slide12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13.xml"/>
</Relationships>
</file>

<file path=ppt/slides/_rels/slide13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13.xml"/>
</Relationships>
</file>

<file path=ppt/slides/_rels/slide14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13.xml"/>
</Relationships>
</file>

<file path=ppt/slides/_rels/slide15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51.xml"/>
</Relationships>
</file>

<file path=ppt/slides/_rels/slide16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13.xml"/>
</Relationships>
</file>

<file path=ppt/slides/_rels/slide17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15.xml"/>
</Relationships>
</file>

<file path=ppt/slides/_rels/slide18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50.xml"/>
</Relationships>
</file>

<file path=ppt/slides/_rels/slide19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13.xml"/>
</Relationships>
</file>

<file path=ppt/slides/_rels/slide20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66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lang="ja-JP" dirty="0" b="1"/>
              <a:t>Durable Functions 入門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>
              <a:buNone/>
            </a:pPr>
            <a:r>
              <a:rPr lang="ja-JP" sz="2400" dirty="0"/>
              <a:t>〜 Durable Agent への道</a:t>
            </a:r>
          </a:p>
          <a:p>
            <a:pPr>
              <a:buNone/>
            </a:pPr>
            <a:endParaRPr lang="ja-JP" dirty="0"/>
          </a:p>
          <a:p>
            <a:pPr>
              <a:buNone/>
            </a:pPr>
            <a:r>
              <a:rPr lang="ja-JP" sz="1800" dirty="0"/>
              <a:t>Kazuki Ota / 日本マイクロソフト</a:t>
            </a:r>
          </a:p>
          <a:p>
            <a:pPr>
              <a:buNone/>
            </a:pPr>
            <a:r>
              <a:rPr lang="ja-JP" sz="1800" dirty="0"/>
              <a:t>YonaYona Azure Club  2026.06.12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Kazuki Ota</a:t>
            </a:r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lvl="0"/>
            <a:r>
              <a:rPr lang="ja-JP" dirty="0"/>
              <a:t>日本マイクロソフト所属</a:t>
            </a:r>
          </a:p>
          <a:p>
            <a:pPr lvl="0"/>
            <a:r>
              <a:rPr lang="ja-JP" dirty="0"/>
              <a:t>Cloud Solution Architect</a:t>
            </a:r>
          </a:p>
          <a:p>
            <a:pPr lvl="0"/>
            <a:r>
              <a:rPr lang="ja-JP" dirty="0"/>
              <a:t>.NET / Azure / 生成 AI</a:t>
            </a:r>
          </a:p>
          <a:p>
            <a:pPr lvl="0"/>
            <a:r>
              <a:rPr lang="ja-JP" dirty="0"/>
              <a:t>X: @okazuki</a:t>
            </a:r>
          </a:p>
          <a:p>
            <a:pPr lvl="0"/>
            <a:r>
              <a:rPr lang="ja-JP" dirty="0"/>
              <a:t>Blog: blog.okazuki.jp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アジェンダ</a:t>
            </a:r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lvl="0"/>
            <a:r>
              <a:rPr lang="ja-JP" dirty="0"/>
              <a:t>Durable Functions とは</a:t>
            </a:r>
          </a:p>
          <a:p>
            <a:pPr lvl="0"/>
            <a:r>
              <a:rPr lang="ja-JP" dirty="0"/>
              <a:t>主要パターン</a:t>
            </a:r>
          </a:p>
          <a:p>
            <a:pPr lvl="0"/>
            <a:r>
              <a:rPr lang="ja-JP" dirty="0"/>
              <a:t>Durable Task Scheduler</a:t>
            </a:r>
          </a:p>
          <a:p>
            <a:pPr lvl="0"/>
            <a:r>
              <a:rPr lang="ja-JP" dirty="0"/>
              <a:t>Live Demo</a:t>
            </a:r>
          </a:p>
          <a:p>
            <a:pPr lvl="0"/>
            <a:r>
              <a:rPr lang="ja-JP" dirty="0"/>
              <a:t>まとめ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Durable Functions とは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Functions の課題と解決</a:t>
            </a:r>
          </a:p>
        </p:txBody>
      </p:sp>
      <p:sp>
        <p:nvSpPr>
          <p:cNvPr id="3" name="Placeholder 12"/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pPr>
              <a:buNone/>
            </a:pPr>
            <a:r>
              <a:rPr lang="ja-JP" dirty="0" b="1"/>
              <a:t>普通の Functions</a:t>
            </a:r>
          </a:p>
          <a:p>
            <a:pPr>
              <a:buNone/>
            </a:pPr>
            <a:endParaRPr lang="ja-JP" dirty="0"/>
          </a:p>
          <a:p>
            <a:pPr lvl="0"/>
            <a:r>
              <a:rPr lang="ja-JP" dirty="0"/>
              <a:t>状態なし</a:t>
            </a:r>
          </a:p>
          <a:p>
            <a:pPr lvl="0"/>
            <a:r>
              <a:rPr lang="ja-JP" dirty="0"/>
              <a:t>タイムアウトあり</a:t>
            </a:r>
          </a:p>
          <a:p>
            <a:pPr lvl="0"/>
            <a:r>
              <a:rPr lang="ja-JP" dirty="0"/>
              <a:t>順序保証なし</a:t>
            </a:r>
          </a:p>
          <a:p>
            <a:pPr lvl="0"/>
            <a:r>
              <a:rPr lang="ja-JP" dirty="0"/>
              <a:t>再実行が大変</a:t>
            </a:r>
          </a:p>
        </p:txBody>
      </p:sp>
      <p:sp>
        <p:nvSpPr>
          <p:cNvPr id="4" name="Placeholder 13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>
              <a:buNone/>
            </a:pPr>
            <a:r>
              <a:rPr lang="ja-JP" dirty="0" b="1"/>
              <a:t>Durable Functions</a:t>
            </a:r>
          </a:p>
          <a:p>
            <a:pPr>
              <a:buNone/>
            </a:pPr>
            <a:endParaRPr lang="ja-JP" dirty="0"/>
          </a:p>
          <a:p>
            <a:pPr lvl="0"/>
            <a:r>
              <a:rPr lang="ja-JP" dirty="0"/>
              <a:t>ステート永続化</a:t>
            </a:r>
          </a:p>
          <a:p>
            <a:pPr lvl="0"/>
            <a:r>
              <a:rPr lang="ja-JP" dirty="0"/>
              <a:t>長時間 OK</a:t>
            </a:r>
          </a:p>
          <a:p>
            <a:pPr lvl="0"/>
            <a:r>
              <a:rPr lang="ja-JP" dirty="0"/>
              <a:t>順序保証</a:t>
            </a:r>
          </a:p>
          <a:p>
            <a:pPr lvl="0"/>
            <a:r>
              <a:rPr lang="ja-JP" dirty="0"/>
              <a:t>自動再開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アーキテクチャ</a:t>
            </a:r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lvl="0"/>
            <a:r>
              <a:rPr lang="ja-JP" dirty="0"/>
              <a:t>オーケストレーター — 流れを書く</a:t>
            </a:r>
          </a:p>
          <a:p>
            <a:pPr lvl="0"/>
            <a:r>
              <a:rPr lang="ja-JP" dirty="0"/>
              <a:t>アクティビティ — 実処理</a:t>
            </a:r>
          </a:p>
          <a:p>
            <a:pPr lvl="0"/>
            <a:r>
              <a:rPr lang="ja-JP" dirty="0"/>
              <a:t>バックエンド — 履歴を保存</a:t>
            </a:r>
          </a:p>
          <a:p>
            <a:pPr lvl="0"/>
            <a:r>
              <a:rPr lang="ja-JP" dirty="0"/>
              <a:t>クライアント — 外から起動</a:t>
            </a:r>
          </a:p>
        </p:txBody>
      </p:sp>
      <p:sp>
        <p:nvSpPr>
          <p:cNvPr id="100" name="Rect 100"/>
          <p:cNvSpPr/>
          <p:nvPr/>
        </p:nvSpPr>
        <p:spPr>
          <a:xfrm>
            <a:off x="7000000" y="1400000"/>
            <a:ext cx="2700000" cy="700000"/>
          </a:xfrm>
          <a:prstGeom prst="roundRect">
            <a:avLst>
              <a:gd name="adj" fmla="val 10000"/>
            </a:avLst>
          </a:prstGeom>
          <a:solidFill>
            <a:srgbClr val="CFE4FA"/>
          </a:solidFill>
          <a:ln w="19050">
            <a:solidFill>
              <a:srgbClr val="0078D4"/>
            </a:solidFill>
          </a:ln>
        </p:spPr>
        <p:txBody>
          <a:bodyPr anchor="ctr" wrap="square"/>
          <a:lstStyle/>
          <a:p>
            <a:pPr algn="ctr">
              <a:buNone/>
            </a:pPr>
            <a:r>
              <a:rPr lang="ja-JP" sz="2000" dirty="0" b="1">
                <a:solidFill>
                  <a:srgbClr val="000000"/>
                </a:solidFill>
              </a:rPr>
              <a:t>Client</a:t>
            </a:r>
          </a:p>
        </p:txBody>
      </p:sp>
      <p:sp>
        <p:nvSpPr>
          <p:cNvPr id="101" name="Rect 101"/>
          <p:cNvSpPr/>
          <p:nvPr/>
        </p:nvSpPr>
        <p:spPr>
          <a:xfrm>
            <a:off x="7000000" y="2500000"/>
            <a:ext cx="2700000" cy="700000"/>
          </a:xfrm>
          <a:prstGeom prst="roundRect">
            <a:avLst>
              <a:gd name="adj" fmla="val 10000"/>
            </a:avLst>
          </a:prstGeom>
          <a:solidFill>
            <a:srgbClr val="E8DAEF"/>
          </a:solidFill>
          <a:ln w="19050">
            <a:solidFill>
              <a:srgbClr val="5C2D91"/>
            </a:solidFill>
          </a:ln>
        </p:spPr>
        <p:txBody>
          <a:bodyPr anchor="ctr" wrap="square"/>
          <a:lstStyle/>
          <a:p>
            <a:pPr algn="ctr">
              <a:buNone/>
            </a:pPr>
            <a:r>
              <a:rPr lang="ja-JP" sz="2000" dirty="0" b="1">
                <a:solidFill>
                  <a:srgbClr val="000000"/>
                </a:solidFill>
              </a:rPr>
              <a:t>Orchestrator</a:t>
            </a:r>
          </a:p>
        </p:txBody>
      </p:sp>
      <p:sp>
        <p:nvSpPr>
          <p:cNvPr id="102" name="Rect 102"/>
          <p:cNvSpPr/>
          <p:nvPr/>
        </p:nvSpPr>
        <p:spPr>
          <a:xfrm>
            <a:off x="7000000" y="3600000"/>
            <a:ext cx="2700000" cy="70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anchor="ctr" wrap="square"/>
          <a:lstStyle/>
          <a:p>
            <a:pPr algn="ctr">
              <a:buNone/>
            </a:pPr>
            <a:r>
              <a:rPr lang="ja-JP" sz="2000" dirty="0" b="1">
                <a:solidFill>
                  <a:srgbClr val="000000"/>
                </a:solidFill>
              </a:rPr>
              <a:t>Activity</a:t>
            </a:r>
          </a:p>
        </p:txBody>
      </p:sp>
      <p:sp>
        <p:nvSpPr>
          <p:cNvPr id="103" name="Rect 103"/>
          <p:cNvSpPr/>
          <p:nvPr/>
        </p:nvSpPr>
        <p:spPr>
          <a:xfrm>
            <a:off x="7000000" y="4700000"/>
            <a:ext cx="2700000" cy="700000"/>
          </a:xfrm>
          <a:prstGeom prst="roundRect">
            <a:avLst>
              <a:gd name="adj" fmla="val 10000"/>
            </a:avLst>
          </a:prstGeom>
          <a:solidFill>
            <a:srgbClr val="FFF4CE"/>
          </a:solidFill>
          <a:ln w="19050">
            <a:solidFill>
              <a:srgbClr val="F7630C"/>
            </a:solidFill>
          </a:ln>
        </p:spPr>
        <p:txBody>
          <a:bodyPr anchor="ctr" wrap="square"/>
          <a:lstStyle/>
          <a:p>
            <a:pPr algn="ctr">
              <a:buNone/>
            </a:pPr>
            <a:r>
              <a:rPr lang="ja-JP" sz="2000" dirty="0" b="1">
                <a:solidFill>
                  <a:srgbClr val="000000"/>
                </a:solidFill>
              </a:rPr>
              <a:t>Backend (DTS)</a:t>
            </a:r>
          </a:p>
        </p:txBody>
      </p:sp>
      <p:cxnSp>
        <p:nvCxnSpPr>
          <p:cNvPr id="104" name="Arrow 104"/>
          <p:cNvCxnSpPr/>
          <p:nvPr/>
        </p:nvCxnSpPr>
        <p:spPr>
          <a:xfrm>
            <a:off x="8350000" y="2100000"/>
            <a:ext cx="1" cy="400000"/>
          </a:xfrm>
          <a:prstGeom prst="straightConnector1">
            <a:avLst/>
          </a:prstGeom>
          <a:ln w="25400">
            <a:solidFill>
              <a:srgbClr val="1F4E79"/>
            </a:solidFill>
            <a:tailEnd type="triangle" w="med" len="med"/>
          </a:ln>
        </p:spPr>
      </p:cxnSp>
      <p:cxnSp>
        <p:nvCxnSpPr>
          <p:cNvPr id="105" name="Arrow 105"/>
          <p:cNvCxnSpPr/>
          <p:nvPr/>
        </p:nvCxnSpPr>
        <p:spPr>
          <a:xfrm>
            <a:off x="8350000" y="3200000"/>
            <a:ext cx="1" cy="400000"/>
          </a:xfrm>
          <a:prstGeom prst="straightConnector1">
            <a:avLst/>
          </a:prstGeom>
          <a:ln w="25400">
            <a:solidFill>
              <a:srgbClr val="1F4E79"/>
            </a:solidFill>
            <a:tailEnd type="triangle" w="med" len="med"/>
          </a:ln>
        </p:spPr>
      </p:cxnSp>
      <p:cxnSp>
        <p:nvCxnSpPr>
          <p:cNvPr id="106" name="Arrow 106"/>
          <p:cNvCxnSpPr/>
          <p:nvPr/>
        </p:nvCxnSpPr>
        <p:spPr>
          <a:xfrm>
            <a:off x="8350000" y="4300000"/>
            <a:ext cx="1" cy="400000"/>
          </a:xfrm>
          <a:prstGeom prst="straightConnector1">
            <a:avLst/>
          </a:prstGeom>
          <a:ln w="25400">
            <a:solidFill>
              <a:srgbClr val="1F4E79"/>
            </a:solidFill>
            <a:tailEnd type="triangle" w="med" len="med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Event Sourcing で耐久性</a:t>
            </a:r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lvl="0"/>
            <a:r>
              <a:rPr lang="ja-JP" dirty="0" b="1"/>
              <a:t>履歴を全部記録</a:t>
            </a:r>
          </a:p>
          <a:p>
            <a:pPr lvl="0"/>
            <a:r>
              <a:rPr lang="ja-JP" dirty="0" b="1"/>
              <a:t>落ちても replay で再開</a:t>
            </a:r>
          </a:p>
          <a:p>
            <a:pPr lvl="0"/>
            <a:r>
              <a:rPr lang="ja-JP" dirty="0" b="1"/>
              <a:t>ステートマシン不要</a:t>
            </a:r>
          </a:p>
          <a:p>
            <a:pPr lvl="0"/>
            <a:r>
              <a:rPr lang="ja-JP" dirty="0" b="1"/>
              <a:t>数日・数か月の処理 OK</a:t>
            </a:r>
          </a:p>
        </p:txBody>
      </p:sp>
      <p:sp>
        <p:nvSpPr>
          <p:cNvPr id="100" name="Rect 100"/>
          <p:cNvSpPr/>
          <p:nvPr/>
        </p:nvSpPr>
        <p:spPr>
          <a:xfrm>
            <a:off x="7000000" y="1200000"/>
            <a:ext cx="2700000" cy="500000"/>
          </a:xfrm>
          <a:prstGeom prst="roundRect">
            <a:avLst>
              <a:gd name="adj" fmla="val 10000"/>
            </a:avLst>
          </a:prstGeom>
          <a:solidFill>
            <a:srgbClr val="E8DAEF"/>
          </a:solidFill>
          <a:ln w="19050">
            <a:solidFill>
              <a:srgbClr val="5C2D91"/>
            </a:solidFill>
          </a:ln>
        </p:spPr>
        <p:txBody>
          <a:bodyPr anchor="ctr" wrap="square"/>
          <a:lstStyle/>
          <a:p>
            <a:pPr algn="ctr">
              <a:buNone/>
            </a:pPr>
            <a:r>
              <a:rPr lang="ja-JP" sz="1400" dirty="0">
                <a:solidFill>
                  <a:srgbClr val="000000"/>
                </a:solidFill>
              </a:rPr>
              <a:t>ExecutionStarted</a:t>
            </a:r>
          </a:p>
        </p:txBody>
      </p:sp>
      <p:sp>
        <p:nvSpPr>
          <p:cNvPr id="101" name="Rect 101"/>
          <p:cNvSpPr/>
          <p:nvPr/>
        </p:nvSpPr>
        <p:spPr>
          <a:xfrm>
            <a:off x="7000000" y="1800000"/>
            <a:ext cx="2700000" cy="500000"/>
          </a:xfrm>
          <a:prstGeom prst="roundRect">
            <a:avLst>
              <a:gd name="adj" fmla="val 10000"/>
            </a:avLst>
          </a:prstGeom>
          <a:solidFill>
            <a:srgbClr val="E8DAEF"/>
          </a:solidFill>
          <a:ln w="19050">
            <a:solidFill>
              <a:srgbClr val="5C2D91"/>
            </a:solidFill>
          </a:ln>
        </p:spPr>
        <p:txBody>
          <a:bodyPr anchor="ctr" wrap="square"/>
          <a:lstStyle/>
          <a:p>
            <a:pPr algn="ctr">
              <a:buNone/>
            </a:pPr>
            <a:r>
              <a:rPr lang="ja-JP" sz="1400" dirty="0">
                <a:solidFill>
                  <a:srgbClr val="000000"/>
                </a:solidFill>
              </a:rPr>
              <a:t>TaskCompleted: A1</a:t>
            </a:r>
          </a:p>
        </p:txBody>
      </p:sp>
      <p:sp>
        <p:nvSpPr>
          <p:cNvPr id="102" name="Rect 102"/>
          <p:cNvSpPr/>
          <p:nvPr/>
        </p:nvSpPr>
        <p:spPr>
          <a:xfrm>
            <a:off x="7000000" y="2400000"/>
            <a:ext cx="2700000" cy="500000"/>
          </a:xfrm>
          <a:prstGeom prst="roundRect">
            <a:avLst>
              <a:gd name="adj" fmla="val 10000"/>
            </a:avLst>
          </a:prstGeom>
          <a:solidFill>
            <a:srgbClr val="E8DAEF"/>
          </a:solidFill>
          <a:ln w="19050">
            <a:solidFill>
              <a:srgbClr val="5C2D91"/>
            </a:solidFill>
          </a:ln>
        </p:spPr>
        <p:txBody>
          <a:bodyPr anchor="ctr" wrap="square"/>
          <a:lstStyle/>
          <a:p>
            <a:pPr algn="ctr">
              <a:buNone/>
            </a:pPr>
            <a:r>
              <a:rPr lang="ja-JP" sz="1400" dirty="0">
                <a:solidFill>
                  <a:srgbClr val="000000"/>
                </a:solidFill>
              </a:rPr>
              <a:t>TaskCompleted: A2</a:t>
            </a:r>
          </a:p>
        </p:txBody>
      </p:sp>
      <p:sp>
        <p:nvSpPr>
          <p:cNvPr id="103" name="Rect 103"/>
          <p:cNvSpPr/>
          <p:nvPr/>
        </p:nvSpPr>
        <p:spPr>
          <a:xfrm>
            <a:off x="7000000" y="3000000"/>
            <a:ext cx="2700000" cy="500000"/>
          </a:xfrm>
          <a:prstGeom prst="roundRect">
            <a:avLst>
              <a:gd name="adj" fmla="val 10000"/>
            </a:avLst>
          </a:prstGeom>
          <a:solidFill>
            <a:srgbClr val="E8DAEF"/>
          </a:solidFill>
          <a:ln w="19050">
            <a:solidFill>
              <a:srgbClr val="5C2D91"/>
            </a:solidFill>
          </a:ln>
        </p:spPr>
        <p:txBody>
          <a:bodyPr anchor="ctr" wrap="square"/>
          <a:lstStyle/>
          <a:p>
            <a:pPr algn="ctr">
              <a:buNone/>
            </a:pPr>
            <a:r>
              <a:rPr lang="ja-JP" sz="1400" dirty="0">
                <a:solidFill>
                  <a:srgbClr val="000000"/>
                </a:solidFill>
              </a:rPr>
              <a:t>TaskScheduled: A3</a:t>
            </a:r>
          </a:p>
        </p:txBody>
      </p:sp>
      <p:sp>
        <p:nvSpPr>
          <p:cNvPr id="104" name="Label 104"/>
          <p:cNvSpPr txBox="1"/>
          <p:nvPr/>
        </p:nvSpPr>
        <p:spPr>
          <a:xfrm>
            <a:off x="7000000" y="700000"/>
            <a:ext cx="2700000" cy="4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buNone/>
            </a:pPr>
            <a:r>
              <a:rPr lang="ja-JP" sz="1400" dirty="0" i="1">
                <a:solidFill>
                  <a:srgbClr val="5C2D91"/>
                </a:solidFill>
              </a:rPr>
              <a:t>Append-only History</a:t>
            </a:r>
          </a:p>
        </p:txBody>
      </p:sp>
      <p:cxnSp>
        <p:nvCxnSpPr>
          <p:cNvPr id="105" name="Arrow 105"/>
          <p:cNvCxnSpPr/>
          <p:nvPr/>
        </p:nvCxnSpPr>
        <p:spPr>
          <a:xfrm>
            <a:off x="6800000" y="3800000"/>
            <a:ext cx="3100000" cy="1"/>
          </a:xfrm>
          <a:prstGeom prst="straightConnector1">
            <a:avLst/>
          </a:prstGeom>
          <a:ln w="25400">
            <a:solidFill>
              <a:srgbClr val="F7630C"/>
            </a:solidFill>
            <a:tailEnd type="triangle" w="med" len="med"/>
          </a:ln>
        </p:spPr>
      </p:cxnSp>
      <p:sp>
        <p:nvSpPr>
          <p:cNvPr id="106" name="Label 106"/>
          <p:cNvSpPr txBox="1"/>
          <p:nvPr/>
        </p:nvSpPr>
        <p:spPr>
          <a:xfrm>
            <a:off x="7000000" y="3900000"/>
            <a:ext cx="2700000" cy="4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buNone/>
            </a:pPr>
            <a:r>
              <a:rPr lang="ja-JP" sz="1400" dirty="0" i="1">
                <a:solidFill>
                  <a:srgbClr val="F7630C"/>
                </a:solidFill>
              </a:rPr>
              <a:t>Replay → 続きから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主要パターン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Function Chaining</a:t>
            </a:r>
          </a:p>
        </p:txBody>
      </p:sp>
      <p:sp>
        <p:nvSpPr>
          <p:cNvPr id="3" name="Placeholder 1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buNone/>
            </a:pPr>
            <a:r>
              <a:rPr lang="ja-JP" dirty="0"/>
              <a:t>関数を順番に呼ぶ</a:t>
            </a:r>
          </a:p>
        </p:txBody>
      </p:sp>
      <p:sp>
        <p:nvSpPr>
          <p:cNvPr id="4" name="Placeholder 10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[Function(nameof(OrderOrchestrator))]</a:t>
            </a:r>
          </a:p>
          <a:p>
            <a:pPr>
              <a:buNone/>
            </a:pPr>
            <a:r>
              <a:rPr lang="en-US" dirty="0"/>
              <a:t>public static async Task&lt;string&gt; Run(</a:t>
            </a:r>
          </a:p>
          <a:p>
            <a:pPr>
              <a:buNone/>
            </a:pPr>
            <a:r>
              <a:rPr lang="en-US" dirty="0"/>
              <a:t>    [OrchestrationTrigger] TaskOrchestrationContext ctx) {</a:t>
            </a:r>
          </a:p>
          <a:p>
            <a:pPr>
              <a:buNone/>
            </a:pPr>
            <a:r>
              <a:rPr lang="en-US" dirty="0"/>
              <a:t>    var order  = await ctx.CallActivityAsync&lt;Order&gt;(</a:t>
            </a:r>
          </a:p>
          <a:p>
            <a:pPr>
              <a:buNone/>
            </a:pPr>
            <a:r>
              <a:rPr lang="en-US" dirty="0"/>
              <a:t>                     nameof(ReceiveOrder));</a:t>
            </a:r>
          </a:p>
          <a:p>
            <a:pPr>
              <a:buNone/>
            </a:pPr>
            <a:r>
              <a:rPr lang="en-US" dirty="0"/>
              <a:t>    var paid   = await ctx.CallActivityAsync&lt;bool&gt;(</a:t>
            </a:r>
          </a:p>
          <a:p>
            <a:pPr>
              <a:buNone/>
            </a:pPr>
            <a:r>
              <a:rPr lang="en-US" dirty="0"/>
              <a:t>                     nameof(ChargePayment), order);</a:t>
            </a:r>
          </a:p>
          <a:p>
            <a:pPr>
              <a:buNone/>
            </a:pPr>
            <a:r>
              <a:rPr lang="en-US" dirty="0"/>
              <a:t>    var result = await ctx.CallActivityAsync&lt;string&gt;(</a:t>
            </a:r>
          </a:p>
          <a:p>
            <a:pPr>
              <a:buNone/>
            </a:pPr>
            <a:r>
              <a:rPr lang="en-US" dirty="0"/>
              <a:t>                     nameof(ShipOrder), order);</a:t>
            </a:r>
          </a:p>
          <a:p>
            <a:pPr>
              <a:buNone/>
            </a:pPr>
            <a:r>
              <a:rPr lang="en-US" dirty="0"/>
              <a:t>    return result;</a:t>
            </a:r>
          </a:p>
          <a:p>
            <a:pPr>
              <a:buNone/>
            </a:pPr>
            <a:r>
              <a:rPr lang="en-US" dirty="0"/>
              <a:t>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Fan-out / Fan-in</a:t>
            </a:r>
          </a:p>
        </p:txBody>
      </p:sp>
      <p:sp>
        <p:nvSpPr>
          <p:cNvPr id="3" name="Placeholder 1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buNone/>
            </a:pPr>
            <a:r>
              <a:rPr lang="ja-JP" dirty="0"/>
              <a:t>並列実行 → 集約</a:t>
            </a:r>
          </a:p>
        </p:txBody>
      </p:sp>
      <p:sp>
        <p:nvSpPr>
          <p:cNvPr id="4" name="Placeholder 10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[Function(nameof(BatchOrchestrator))]</a:t>
            </a:r>
          </a:p>
          <a:p>
            <a:pPr>
              <a:buNone/>
            </a:pPr>
            <a:r>
              <a:rPr lang="en-US" dirty="0"/>
              <a:t>public static async Task&lt;int&gt; Run(</a:t>
            </a:r>
          </a:p>
          <a:p>
            <a:pPr>
              <a:buNone/>
            </a:pPr>
            <a:r>
              <a:rPr lang="en-US" dirty="0"/>
              <a:t>    [OrchestrationTrigger] TaskOrchestrationContext ctx) {</a:t>
            </a:r>
          </a:p>
          <a:p>
            <a:pPr>
              <a:buNone/>
            </a:pPr>
            <a:r>
              <a:rPr lang="en-US" dirty="0"/>
              <a:t>    var items = await ctx.CallActivityAsync&lt;string[]&gt;(</a:t>
            </a:r>
          </a:p>
          <a:p>
            <a:pPr>
              <a:buNone/>
            </a:pPr>
            <a:r>
              <a:rPr lang="en-US" dirty="0"/>
              <a:t>                    nameof(GetItems));</a:t>
            </a:r>
          </a:p>
          <a:p>
            <a:pPr>
              <a:buNone/>
            </a:pPr>
            <a:r>
              <a:rPr lang="en-US" dirty="0"/>
              <a:t>    var tasks = items.Select(i =&gt;</a:t>
            </a:r>
          </a:p>
          <a:p>
            <a:pPr>
              <a:buNone/>
            </a:pPr>
            <a:r>
              <a:rPr lang="en-US" dirty="0"/>
              <a:t>        ctx.CallActivityAsync&lt;int&gt;(</a:t>
            </a:r>
          </a:p>
          <a:p>
            <a:pPr>
              <a:buNone/>
            </a:pPr>
            <a:r>
              <a:rPr lang="en-US" dirty="0"/>
              <a:t>            nameof(ProcessItem), i)).ToList();</a:t>
            </a:r>
          </a:p>
          <a:p>
            <a:pPr>
              <a:buNone/>
            </a:pPr>
            <a:r>
              <a:rPr lang="en-US" dirty="0"/>
              <a:t>    var results = await Task.WhenAll(tasks);</a:t>
            </a:r>
          </a:p>
          <a:p>
            <a:pPr>
              <a:buNone/>
            </a:pPr>
            <a:r>
              <a:rPr lang="en-US" dirty="0"/>
              <a:t>    return results.Sum();</a:t>
            </a:r>
          </a:p>
          <a:p>
            <a:pPr>
              <a:buNone/>
            </a:pPr>
            <a:r>
              <a:rPr lang="en-US" dirty="0"/>
              <a:t>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Async HTTP APIs</a:t>
            </a:r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lvl="0"/>
            <a:r>
              <a:rPr lang="ja-JP" dirty="0"/>
              <a:t>バッチ起動 → ID 即返却</a:t>
            </a:r>
          </a:p>
          <a:p>
            <a:pPr lvl="0"/>
            <a:r>
              <a:rPr lang="ja-JP" dirty="0"/>
              <a:t>/status で状態確認</a:t>
            </a:r>
          </a:p>
          <a:p>
            <a:pPr lvl="0"/>
            <a:r>
              <a:rPr lang="ja-JP" dirty="0"/>
              <a:t>長時間処理に最適</a:t>
            </a:r>
          </a:p>
          <a:p>
            <a:pPr lvl="0"/>
            <a:r>
              <a:rPr lang="ja-JP" dirty="0"/>
              <a:t>標準で組み込み済み</a:t>
            </a:r>
          </a:p>
        </p:txBody>
      </p:sp>
      <p:sp>
        <p:nvSpPr>
          <p:cNvPr id="100" name="Rect 100"/>
          <p:cNvSpPr/>
          <p:nvPr/>
        </p:nvSpPr>
        <p:spPr>
          <a:xfrm>
            <a:off x="7000000" y="1500000"/>
            <a:ext cx="2700000" cy="600000"/>
          </a:xfrm>
          <a:prstGeom prst="roundRect">
            <a:avLst>
              <a:gd name="adj" fmla="val 10000"/>
            </a:avLst>
          </a:prstGeom>
          <a:solidFill>
            <a:srgbClr val="CFE4FA"/>
          </a:solidFill>
          <a:ln w="19050">
            <a:solidFill>
              <a:srgbClr val="0078D4"/>
            </a:solidFill>
          </a:ln>
        </p:spPr>
        <p:txBody>
          <a:bodyPr anchor="ctr" wrap="square"/>
          <a:lstStyle/>
          <a:p>
            <a:pPr algn="ctr">
              <a:buNone/>
            </a:pPr>
            <a:r>
              <a:rPr lang="ja-JP" sz="1600" dirty="0" b="1">
                <a:solidFill>
                  <a:srgbClr val="000000"/>
                </a:solidFill>
              </a:rPr>
              <a:t>POST /start</a:t>
            </a:r>
          </a:p>
        </p:txBody>
      </p:sp>
      <p:sp>
        <p:nvSpPr>
          <p:cNvPr id="101" name="Rect 101"/>
          <p:cNvSpPr/>
          <p:nvPr/>
        </p:nvSpPr>
        <p:spPr>
          <a:xfrm>
            <a:off x="7000000" y="2400000"/>
            <a:ext cx="2700000" cy="600000"/>
          </a:xfrm>
          <a:prstGeom prst="roundRect">
            <a:avLst>
              <a:gd name="adj" fmla="val 10000"/>
            </a:avLst>
          </a:prstGeom>
          <a:solidFill>
            <a:srgbClr val="FFF4CE"/>
          </a:solidFill>
          <a:ln w="19050">
            <a:solidFill>
              <a:srgbClr val="F7630C"/>
            </a:solidFill>
          </a:ln>
        </p:spPr>
        <p:txBody>
          <a:bodyPr anchor="ctr" wrap="square"/>
          <a:lstStyle/>
          <a:p>
            <a:pPr algn="ctr">
              <a:buNone/>
            </a:pPr>
            <a:r>
              <a:rPr lang="ja-JP" sz="1600" dirty="0" b="1">
                <a:solidFill>
                  <a:srgbClr val="000000"/>
                </a:solidFill>
              </a:rPr>
              <a:t>202 + instance ID</a:t>
            </a:r>
          </a:p>
        </p:txBody>
      </p:sp>
      <p:sp>
        <p:nvSpPr>
          <p:cNvPr id="102" name="Rect 102"/>
          <p:cNvSpPr/>
          <p:nvPr/>
        </p:nvSpPr>
        <p:spPr>
          <a:xfrm>
            <a:off x="7000000" y="3300000"/>
            <a:ext cx="2700000" cy="60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anchor="ctr" wrap="square"/>
          <a:lstStyle/>
          <a:p>
            <a:pPr algn="ctr">
              <a:buNone/>
            </a:pPr>
            <a:r>
              <a:rPr lang="ja-JP" sz="1600" dirty="0" b="1">
                <a:solidFill>
                  <a:srgbClr val="000000"/>
                </a:solidFill>
              </a:rPr>
              <a:t>GET /status (繰り返し)</a:t>
            </a:r>
          </a:p>
        </p:txBody>
      </p:sp>
      <p:sp>
        <p:nvSpPr>
          <p:cNvPr id="103" name="Rect 103"/>
          <p:cNvSpPr/>
          <p:nvPr/>
        </p:nvSpPr>
        <p:spPr>
          <a:xfrm>
            <a:off x="7000000" y="4200000"/>
            <a:ext cx="2700000" cy="600000"/>
          </a:xfrm>
          <a:prstGeom prst="roundRect">
            <a:avLst>
              <a:gd name="adj" fmla="val 10000"/>
            </a:avLst>
          </a:prstGeom>
          <a:solidFill>
            <a:srgbClr val="E8DAEF"/>
          </a:solidFill>
          <a:ln w="19050">
            <a:solidFill>
              <a:srgbClr val="5C2D91"/>
            </a:solidFill>
          </a:ln>
        </p:spPr>
        <p:txBody>
          <a:bodyPr anchor="ctr" wrap="square"/>
          <a:lstStyle/>
          <a:p>
            <a:pPr algn="ctr">
              <a:buNone/>
            </a:pPr>
            <a:r>
              <a:rPr lang="ja-JP" sz="1600" dirty="0" b="1">
                <a:solidFill>
                  <a:srgbClr val="000000"/>
                </a:solidFill>
              </a:rPr>
              <a:t>200 + 完了結果</a:t>
            </a:r>
          </a:p>
        </p:txBody>
      </p:sp>
      <p:cxnSp>
        <p:nvCxnSpPr>
          <p:cNvPr id="104" name="Arrow 104"/>
          <p:cNvCxnSpPr/>
          <p:nvPr/>
        </p:nvCxnSpPr>
        <p:spPr>
          <a:xfrm>
            <a:off x="8350000" y="2100000"/>
            <a:ext cx="1" cy="300000"/>
          </a:xfrm>
          <a:prstGeom prst="straightConnector1">
            <a:avLst/>
          </a:prstGeom>
          <a:ln w="25400">
            <a:solidFill>
              <a:srgbClr val="1F4E79"/>
            </a:solidFill>
            <a:tailEnd type="triangle" w="med" len="med"/>
          </a:ln>
        </p:spPr>
      </p:cxnSp>
      <p:cxnSp>
        <p:nvCxnSpPr>
          <p:cNvPr id="105" name="Arrow 105"/>
          <p:cNvCxnSpPr/>
          <p:nvPr/>
        </p:nvCxnSpPr>
        <p:spPr>
          <a:xfrm>
            <a:off x="8350000" y="3000000"/>
            <a:ext cx="1" cy="300000"/>
          </a:xfrm>
          <a:prstGeom prst="straightConnector1">
            <a:avLst/>
          </a:prstGeom>
          <a:ln w="25400">
            <a:solidFill>
              <a:srgbClr val="1F4E79"/>
            </a:solidFill>
            <a:tailEnd type="triangle" w="med" len="med"/>
          </a:ln>
        </p:spPr>
      </p:cxnSp>
      <p:cxnSp>
        <p:nvCxnSpPr>
          <p:cNvPr id="106" name="Arrow 106"/>
          <p:cNvCxnSpPr/>
          <p:nvPr/>
        </p:nvCxnSpPr>
        <p:spPr>
          <a:xfrm>
            <a:off x="8350000" y="3900000"/>
            <a:ext cx="1" cy="300000"/>
          </a:xfrm>
          <a:prstGeom prst="straightConnector1">
            <a:avLst/>
          </a:prstGeom>
          <a:ln w="25400">
            <a:solidFill>
              <a:srgbClr val="1F4E79"/>
            </a:solidFill>
            <a:tailEnd type="triangle" w="med" len="med"/>
          </a:ln>
        </p:spPr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Monitoring</a:t>
            </a:r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lvl="0"/>
            <a:r>
              <a:rPr lang="ja-JP" dirty="0"/>
              <a:t>定期的に状態確認</a:t>
            </a:r>
          </a:p>
          <a:p>
            <a:pPr lvl="0"/>
            <a:r>
              <a:rPr lang="ja-JP" dirty="0"/>
              <a:t>CreateTimer で待機</a:t>
            </a:r>
          </a:p>
          <a:p>
            <a:pPr lvl="0"/>
            <a:r>
              <a:rPr lang="ja-JP" dirty="0"/>
              <a:t>外部リソース監視</a:t>
            </a:r>
          </a:p>
          <a:p>
            <a:pPr lvl="0"/>
            <a:r>
              <a:rPr lang="ja-JP" dirty="0"/>
              <a:t>終了条件で抜ける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Human Interaction</a:t>
            </a:r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lvl="0"/>
            <a:r>
              <a:rPr lang="ja-JP" dirty="0"/>
              <a:t>人の承認を待つ</a:t>
            </a:r>
          </a:p>
          <a:p>
            <a:pPr lvl="0"/>
            <a:r>
              <a:rPr lang="ja-JP" dirty="0"/>
              <a:t>WaitForExternalEvent</a:t>
            </a:r>
          </a:p>
          <a:p>
            <a:pPr lvl="0"/>
            <a:r>
              <a:rPr lang="ja-JP" dirty="0"/>
              <a:t>タイムアウト併用</a:t>
            </a:r>
          </a:p>
          <a:p>
            <a:pPr lvl="0"/>
            <a:r>
              <a:rPr lang="ja-JP" dirty="0"/>
              <a:t>承認ワークフロー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Aggregator / Durable Entity</a:t>
            </a:r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lvl="0"/>
            <a:r>
              <a:rPr lang="ja-JP" dirty="0"/>
              <a:t>ステートフルな小単位</a:t>
            </a:r>
          </a:p>
          <a:p>
            <a:pPr lvl="0"/>
            <a:r>
              <a:rPr lang="ja-JP" dirty="0"/>
              <a:t>カウンタ・集約</a:t>
            </a:r>
          </a:p>
          <a:p>
            <a:pPr lvl="0"/>
            <a:r>
              <a:rPr lang="ja-JP" dirty="0"/>
              <a:t>メッセージで更新</a:t>
            </a:r>
          </a:p>
          <a:p>
            <a:pPr lvl="0"/>
            <a:r>
              <a:rPr lang="ja-JP" dirty="0"/>
              <a:t>小規模ステートマシン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Durable Task Scheduler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Durable Task Scheduler (DTS)</a:t>
            </a:r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lvl="0"/>
            <a:r>
              <a:rPr lang="ja-JP" dirty="0"/>
              <a:t>マネージドバックエンド</a:t>
            </a:r>
          </a:p>
          <a:p>
            <a:pPr lvl="0"/>
            <a:r>
              <a:rPr lang="ja-JP" dirty="0"/>
              <a:t>高性能・高スケール</a:t>
            </a:r>
          </a:p>
          <a:p>
            <a:pPr lvl="0"/>
            <a:r>
              <a:rPr lang="ja-JP" dirty="0"/>
              <a:t>Functions と独立</a:t>
            </a:r>
          </a:p>
          <a:p>
            <a:pPr lvl="0"/>
            <a:r>
              <a:rPr lang="ja-JP" dirty="0"/>
              <a:t>監視ダッシュボード付き</a:t>
            </a:r>
          </a:p>
        </p:txBody>
      </p:sp>
      <p:sp>
        <p:nvSpPr>
          <p:cNvPr id="100" name="Rect 100"/>
          <p:cNvSpPr/>
          <p:nvPr/>
        </p:nvSpPr>
        <p:spPr>
          <a:xfrm>
            <a:off x="7000000" y="1000000"/>
            <a:ext cx="2700000" cy="800000"/>
          </a:xfrm>
          <a:prstGeom prst="roundRect">
            <a:avLst>
              <a:gd name="adj" fmla="val 10000"/>
            </a:avLst>
          </a:prstGeom>
          <a:solidFill>
            <a:srgbClr val="CFE4FA"/>
          </a:solidFill>
          <a:ln w="19050">
            <a:solidFill>
              <a:srgbClr val="0078D4"/>
            </a:solidFill>
          </a:ln>
        </p:spPr>
        <p:txBody>
          <a:bodyPr anchor="ctr" wrap="square"/>
          <a:lstStyle/>
          <a:p>
            <a:pPr algn="ctr">
              <a:buNone/>
            </a:pPr>
            <a:r>
              <a:rPr lang="ja-JP" sz="1800" dirty="0" b="1">
                <a:solidFill>
                  <a:srgbClr val="000000"/>
                </a:solidFill>
              </a:rPr>
              <a:t>Functions App</a:t>
            </a:r>
          </a:p>
        </p:txBody>
      </p:sp>
      <p:sp>
        <p:nvSpPr>
          <p:cNvPr id="101" name="Rect 101"/>
          <p:cNvSpPr/>
          <p:nvPr/>
        </p:nvSpPr>
        <p:spPr>
          <a:xfrm>
            <a:off x="7000000" y="2500000"/>
            <a:ext cx="2700000" cy="100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anchor="ctr" wrap="square"/>
          <a:lstStyle/>
          <a:p>
            <a:pPr algn="ctr">
              <a:buNone/>
            </a:pPr>
            <a:r>
              <a:rPr lang="ja-JP" sz="2000" dirty="0" b="1">
                <a:solidFill>
                  <a:srgbClr val="000000"/>
                </a:solidFill>
              </a:rPr>
              <a:t>Durable Task
Scheduler</a:t>
            </a:r>
          </a:p>
        </p:txBody>
      </p:sp>
      <p:sp>
        <p:nvSpPr>
          <p:cNvPr id="102" name="Rect 102"/>
          <p:cNvSpPr/>
          <p:nvPr/>
        </p:nvSpPr>
        <p:spPr>
          <a:xfrm>
            <a:off x="7000000" y="4200000"/>
            <a:ext cx="2700000" cy="800000"/>
          </a:xfrm>
          <a:prstGeom prst="roundRect">
            <a:avLst>
              <a:gd name="adj" fmla="val 10000"/>
            </a:avLst>
          </a:prstGeom>
          <a:solidFill>
            <a:srgbClr val="E8DAEF"/>
          </a:solidFill>
          <a:ln w="19050">
            <a:solidFill>
              <a:srgbClr val="5C2D91"/>
            </a:solidFill>
          </a:ln>
        </p:spPr>
        <p:txBody>
          <a:bodyPr anchor="ctr" wrap="square"/>
          <a:lstStyle/>
          <a:p>
            <a:pPr algn="ctr">
              <a:buNone/>
            </a:pPr>
            <a:r>
              <a:rPr lang="ja-JP" sz="1800" dirty="0" b="1">
                <a:solidFill>
                  <a:srgbClr val="000000"/>
                </a:solidFill>
              </a:rPr>
              <a:t>Monitoring Dashboard</a:t>
            </a:r>
          </a:p>
        </p:txBody>
      </p:sp>
      <p:cxnSp>
        <p:nvCxnSpPr>
          <p:cNvPr id="103" name="Arrow 103"/>
          <p:cNvCxnSpPr/>
          <p:nvPr/>
        </p:nvCxnSpPr>
        <p:spPr>
          <a:xfrm>
            <a:off x="8350000" y="1800000"/>
            <a:ext cx="1" cy="700000"/>
          </a:xfrm>
          <a:prstGeom prst="straightConnector1">
            <a:avLst/>
          </a:prstGeom>
          <a:ln w="25400">
            <a:solidFill>
              <a:srgbClr val="1F4E79"/>
            </a:solidFill>
            <a:tailEnd type="triangle" w="med" len="med"/>
          </a:ln>
        </p:spPr>
      </p:cxnSp>
      <p:cxnSp>
        <p:nvCxnSpPr>
          <p:cNvPr id="104" name="Arrow 104"/>
          <p:cNvCxnSpPr/>
          <p:nvPr/>
        </p:nvCxnSpPr>
        <p:spPr>
          <a:xfrm flipV="1">
            <a:off x="8350000" y="1800000"/>
            <a:ext cx="1" cy="700000"/>
          </a:xfrm>
          <a:prstGeom prst="straightConnector1">
            <a:avLst/>
          </a:prstGeom>
          <a:ln w="25400">
            <a:solidFill>
              <a:srgbClr val="595959"/>
            </a:solidFill>
            <a:tailEnd type="triangle" w="med" len="med"/>
          </a:ln>
        </p:spPr>
      </p:cxnSp>
      <p:cxnSp>
        <p:nvCxnSpPr>
          <p:cNvPr id="105" name="Arrow 105"/>
          <p:cNvCxnSpPr/>
          <p:nvPr/>
        </p:nvCxnSpPr>
        <p:spPr>
          <a:xfrm>
            <a:off x="8350000" y="3500000"/>
            <a:ext cx="1" cy="700000"/>
          </a:xfrm>
          <a:prstGeom prst="straightConnector1">
            <a:avLst/>
          </a:prstGeom>
          <a:ln w="25400">
            <a:solidFill>
              <a:srgbClr val="1F4E79"/>
            </a:solidFill>
            <a:tailEnd type="triangle" w="med" len="med"/>
          </a:ln>
        </p:spPr>
      </p:cxn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Storage バックエンドとの比較</a:t>
            </a:r>
          </a:p>
        </p:txBody>
      </p:sp>
      <p:sp>
        <p:nvSpPr>
          <p:cNvPr id="3" name="Placeholder 12"/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pPr>
              <a:buNone/>
            </a:pPr>
            <a:r>
              <a:rPr lang="ja-JP" dirty="0" b="1"/>
              <a:t>Azure Storage</a:t>
            </a:r>
          </a:p>
          <a:p>
            <a:pPr>
              <a:buNone/>
            </a:pPr>
            <a:endParaRPr lang="ja-JP" dirty="0"/>
          </a:p>
          <a:p>
            <a:pPr lvl="0"/>
            <a:r>
              <a:rPr lang="ja-JP" dirty="0"/>
              <a:t>標準で使える</a:t>
            </a:r>
          </a:p>
          <a:p>
            <a:pPr lvl="0"/>
            <a:r>
              <a:rPr lang="ja-JP" dirty="0"/>
              <a:t>低コスト</a:t>
            </a:r>
          </a:p>
          <a:p>
            <a:pPr lvl="0"/>
            <a:r>
              <a:rPr lang="ja-JP" dirty="0"/>
              <a:t>中規模まで OK</a:t>
            </a:r>
          </a:p>
          <a:p>
            <a:pPr lvl="0"/>
            <a:r>
              <a:rPr lang="ja-JP" dirty="0"/>
              <a:t>履歴は Table に</a:t>
            </a:r>
          </a:p>
        </p:txBody>
      </p:sp>
      <p:sp>
        <p:nvSpPr>
          <p:cNvPr id="4" name="Placeholder 13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>
              <a:buNone/>
            </a:pPr>
            <a:r>
              <a:rPr lang="ja-JP" dirty="0" b="1"/>
              <a:t>DTS</a:t>
            </a:r>
          </a:p>
          <a:p>
            <a:pPr>
              <a:buNone/>
            </a:pPr>
            <a:endParaRPr lang="ja-JP" dirty="0"/>
          </a:p>
          <a:p>
            <a:pPr lvl="0"/>
            <a:r>
              <a:rPr lang="ja-JP" dirty="0"/>
              <a:t>高スループット</a:t>
            </a:r>
          </a:p>
          <a:p>
            <a:pPr lvl="0"/>
            <a:r>
              <a:rPr lang="ja-JP" dirty="0"/>
              <a:t>低レイテンシ</a:t>
            </a:r>
          </a:p>
          <a:p>
            <a:pPr lvl="0"/>
            <a:r>
              <a:rPr lang="ja-JP" dirty="0"/>
              <a:t>専用ダッシュボード</a:t>
            </a:r>
          </a:p>
          <a:p>
            <a:pPr lvl="0"/>
            <a:r>
              <a:rPr lang="ja-JP" dirty="0"/>
              <a:t>マネージド運用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Live Demo</a:t>
            </a:r>
          </a:p>
        </p:txBody>
      </p:sp>
      <p:sp>
        <p:nvSpPr>
          <p:cNvPr id="3" name="Placeholder 1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>
              <a:buNone/>
            </a:pPr>
            <a:r>
              <a:rPr lang="ja-JP" dirty="0"/>
              <a:t>Aspire で動かして、Functions だけ止めてみる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まとめ</a:t>
            </a:r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lvl="0"/>
            <a:r>
              <a:rPr lang="ja-JP" dirty="0"/>
              <a:t>Durable = Event Sourcing</a:t>
            </a:r>
          </a:p>
          <a:p>
            <a:pPr lvl="0"/>
            <a:r>
              <a:rPr lang="ja-JP" dirty="0"/>
              <a:t>落ちても続きから動く</a:t>
            </a:r>
          </a:p>
          <a:p>
            <a:pPr lvl="0"/>
            <a:r>
              <a:rPr lang="ja-JP" dirty="0"/>
              <a:t>長時間処理に最適</a:t>
            </a:r>
          </a:p>
          <a:p>
            <a:pPr lvl="0"/>
            <a:r>
              <a:rPr lang="ja-JP" dirty="0"/>
              <a:t>→ 次は Durable Agent へ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Thank you</a:t>
            </a:r>
          </a:p>
        </p:txBody>
      </p:sp>
      <p:sp>
        <p:nvSpPr>
          <p:cNvPr id="3" name="Placeholder 12"/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pPr>
              <a:buNone/>
            </a:pPr>
            <a:r>
              <a:rPr lang="ja-JP" dirty="0"/>
              <a:t>#YonaAz</a:t>
            </a:r>
          </a:p>
        </p:txBody>
      </p:sp>
      <p:sp>
        <p:nvSpPr>
          <p:cNvPr id="4" name="Placeholder 13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>
              <a:buNone/>
            </a:pPr>
            <a:r>
              <a:rPr lang="ja-JP" dirty="0"/>
              <a:t>github.com/runceel/yonayona-durable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4-07-29-theme">
  <a:themeElements>
    <a:clrScheme name="Custom 4">
      <a:dk1>
        <a:srgbClr val="000000"/>
      </a:dk1>
      <a:lt1>
        <a:srgbClr val="FFFFFF"/>
      </a:lt1>
      <a:dk2>
        <a:srgbClr val="0078D4"/>
      </a:dk2>
      <a:lt2>
        <a:srgbClr val="E8E6DF"/>
      </a:lt2>
      <a:accent1>
        <a:srgbClr val="0078D4"/>
      </a:accent1>
      <a:accent2>
        <a:srgbClr val="2A446F"/>
      </a:accent2>
      <a:accent3>
        <a:srgbClr val="49C5B1"/>
      </a:accent3>
      <a:accent4>
        <a:srgbClr val="8DE971"/>
      </a:accent4>
      <a:accent5>
        <a:srgbClr val="F4364F"/>
      </a:accent5>
      <a:accent6>
        <a:srgbClr val="C03BC4"/>
      </a:accent6>
      <a:hlink>
        <a:srgbClr val="091F2C"/>
      </a:hlink>
      <a:folHlink>
        <a:srgbClr val="091F2C"/>
      </a:folHlink>
    </a:clrScheme>
    <a:fontScheme name="ユーザー定義 1">
      <a:majorFont>
        <a:latin typeface="Yu Gothic UI Light"/>
        <a:ea typeface="游ゴシック Light"/>
        <a:cs typeface=""/>
      </a:majorFont>
      <a:minorFont>
        <a:latin typeface="Yu Gothic UI"/>
        <a:ea typeface="游ゴシック"/>
        <a:cs typeface=""/>
      </a:minorFont>
    </a:fontScheme>
    <a:fmtScheme name="クチュール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kumimoji="1" sz="2000" dirty="0" err="1">
            <a:solidFill>
              <a:srgbClr val="FFFFFF"/>
            </a:solidFill>
            <a:latin typeface="+mn-ea"/>
            <a:ea typeface="+mn-ea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lg" len="med"/>
          <a:tailEnd type="none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sz="2000" dirty="0" err="1" smtClean="0"/>
        </a:defPPr>
      </a:lstStyle>
    </a:txDef>
  </a:objectDefaults>
  <a:extraClrSchemeLst/>
  <a:custClrLst>
    <a:custClr name="Light Brown">
      <a:srgbClr val="E1D3C7"/>
    </a:custClr>
    <a:custClr name="Light Yellow">
      <a:srgbClr val="FFE399"/>
    </a:custClr>
    <a:custClr name="Light Orange">
      <a:srgbClr val="FFA38B"/>
    </a:custClr>
    <a:custClr name="Light Red">
      <a:srgbClr val="FFB3BB"/>
    </a:custClr>
    <a:custClr name="Light Magenta">
      <a:srgbClr val="D59ED7"/>
    </a:custClr>
    <a:custClr name="Light Purple">
      <a:srgbClr val="C5B4E3"/>
    </a:custClr>
    <a:custClr name="Light Blue">
      <a:srgbClr val="8DC8E8"/>
    </a:custClr>
    <a:custClr name="Light Teal">
      <a:srgbClr val="B9DCD2"/>
    </a:custClr>
    <a:custClr name="Light Green">
      <a:srgbClr val="D4EC8E"/>
    </a:custClr>
    <a:custClr name="Blue Black">
      <a:srgbClr val="091F2C"/>
    </a:custClr>
    <a:custClr name="Brown">
      <a:srgbClr val="BF9474"/>
    </a:custClr>
    <a:custClr name="Yellow">
      <a:srgbClr val="FFB900"/>
    </a:custClr>
    <a:custClr name="Orange">
      <a:srgbClr val="FF5C39"/>
    </a:custClr>
    <a:custClr name="Red">
      <a:srgbClr val="F4364C"/>
    </a:custClr>
    <a:custClr name="Magenta">
      <a:srgbClr val="C03BC4"/>
    </a:custClr>
    <a:custClr name="Purple">
      <a:srgbClr val="8661C5"/>
    </a:custClr>
    <a:custClr name="Blue">
      <a:srgbClr val="0078D4"/>
    </a:custClr>
    <a:custClr name="Teal">
      <a:srgbClr val="49C5B1"/>
    </a:custClr>
    <a:custClr name="Green">
      <a:srgbClr val="8DE971"/>
    </a:custClr>
    <a:custClr name="Rich Black">
      <a:srgbClr val="000000"/>
    </a:custClr>
    <a:custClr name="Dark Brown">
      <a:srgbClr val="5C4738"/>
    </a:custClr>
    <a:custClr name="Dark Yellow">
      <a:srgbClr val="7F5A1A"/>
    </a:custClr>
    <a:custClr name="Dark Orange">
      <a:srgbClr val="73391D"/>
    </a:custClr>
    <a:custClr name="Dark Red">
      <a:srgbClr val="73262F"/>
    </a:custClr>
    <a:custClr name="Dark Magenta">
      <a:srgbClr val="702573"/>
    </a:custClr>
    <a:custClr name="Dark Purple">
      <a:srgbClr val="463668"/>
    </a:custClr>
    <a:custClr name="Dark Blue">
      <a:srgbClr val="2A446F"/>
    </a:custClr>
    <a:custClr name="Dark Teal">
      <a:srgbClr val="225B62"/>
    </a:custClr>
    <a:custClr name="Dark Green">
      <a:srgbClr val="07641D"/>
    </a:custClr>
    <a:custClr name="Brown Black">
      <a:srgbClr val="291817"/>
    </a:custClr>
    <a:custClr name="Pure White">
      <a:srgbClr val="FFFFFF"/>
    </a:custClr>
    <a:custClr name="Off White">
      <a:srgbClr val="F4F3F5"/>
    </a:custClr>
    <a:custClr name="Warm White">
      <a:srgbClr val="FFF8F3"/>
    </a:custClr>
    <a:custClr name="Warm Light Gray">
      <a:srgbClr val="E8E6DF"/>
    </a:custClr>
    <a:custClr name="Mid Gray">
      <a:srgbClr val="D7D2CB"/>
    </a:custClr>
    <a:custClr name="Warm Gray">
      <a:srgbClr val="8C8279"/>
    </a:custClr>
    <a:custClr name="Light Gray">
      <a:srgbClr val="D9D9D6"/>
    </a:custClr>
    <a:custClr name="Cool Gray">
      <a:srgbClr val="B1B3B3"/>
    </a:custClr>
    <a:custClr name="Dark Gray">
      <a:srgbClr val="454142"/>
    </a:custClr>
    <a:custClr name="Pure White">
      <a:srgbClr val="FFFFFF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</a:custClrLst>
  <a:extLst>
    <a:ext uri="{05A4C25C-085E-4340-85A3-A5531E510DB2}">
      <thm15:themeFamily xmlns:thm15="http://schemas.microsoft.com/office/thememl/2012/main" name="2024-07-29-theme" id="{178820AD-3201-4B9B-9A81-7335BDE02A91}" vid="{920B8F76-AF69-4BC5-9C28-EAE2FD99EE23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2024-07-29-theme</Template>
  <TotalTime>0</TotalTime>
  <Words>0</Words>
  <Application>Microsoft Office PowerPoint</Application>
  <PresentationFormat>ワイド画面</PresentationFormat>
  <Paragraphs>0</Paragraphs>
  <Slides>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0</vt:i4>
      </vt:variant>
    </vt:vector>
  </HeadingPairs>
  <TitlesOfParts>
    <vt:vector size="7" baseType="lpstr">
      <vt:lpstr>Yu Gothic UI</vt:lpstr>
      <vt:lpstr>Yu Gothic UI Light</vt:lpstr>
      <vt:lpstr>Arial</vt:lpstr>
      <vt:lpstr>Consolas</vt:lpstr>
      <vt:lpstr>Segoe UI</vt:lpstr>
      <vt:lpstr>Wingdings</vt:lpstr>
      <vt:lpstr>2024-07-29-theme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Kazuki Ota</dc:creator>
  <cp:lastModifiedBy>Kazuki Ota</cp:lastModifiedBy>
  <cp:revision>1</cp:revision>
  <dcterms:created xsi:type="dcterms:W3CDTF">2026-05-21T06:38:06Z</dcterms:created>
  <dcterms:modified xsi:type="dcterms:W3CDTF">2026-05-21T06:38:06Z</dcterms:modified>
</cp:coreProperties>
</file>