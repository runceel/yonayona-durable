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3" Type="http://schemas.openxmlformats.org/package/2006/relationships/metadata/core-properties" Target="docProps/core.xml" />
  <Relationship Id="rId2" Type="http://schemas.openxmlformats.org/package/2006/relationships/metadata/thumbnail" Target="docProps/thumbnail.jpeg" />
  <Relationship Id="rId1" Type="http://schemas.openxmlformats.org/officeDocument/2006/relationships/officeDocument" Target="ppt/presentation.xml" />
  <Relationship Id="rId5" Type="http://schemas.microsoft.com/office/2020/02/relationships/classificationlabels" Target="docMetadata/LabelInfo.xml" />
  <Relationship Id="rId4" Type="http://schemas.openxmlformats.org/officeDocument/2006/relationships/extended-properties" Target="docProps/app.xml" 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51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
  <Relationship Id="rId3" Type="http://schemas.openxmlformats.org/officeDocument/2006/relationships/viewProps" Target="viewProps.xml" />
  <Relationship Id="rId2" Type="http://schemas.openxmlformats.org/officeDocument/2006/relationships/presProps" Target="presProps.xml" />
  <Relationship Id="rId1" Type="http://schemas.openxmlformats.org/officeDocument/2006/relationships/slideMaster" Target="slideMasters/slideMaster1.xml" />
  <Relationship Id="rId5" Type="http://schemas.openxmlformats.org/officeDocument/2006/relationships/tableStyles" Target="tableStyles.xml" />
  <Relationship Id="rId4" Type="http://schemas.openxmlformats.org/officeDocument/2006/relationships/theme" Target="theme/theme1.xml" />
  <Relationship Id="rId6" Type="http://schemas.openxmlformats.org/officeDocument/2006/relationships/slide" Target="slides/slide1.xml" />
  <Relationship Id="rId7" Type="http://schemas.openxmlformats.org/officeDocument/2006/relationships/slide" Target="slides/slide2.xml" />
  <Relationship Id="rId8" Type="http://schemas.openxmlformats.org/officeDocument/2006/relationships/slide" Target="slides/slide3.xml" />
  <Relationship Id="rId9" Type="http://schemas.openxmlformats.org/officeDocument/2006/relationships/slide" Target="slides/slide4.xml" />
  <Relationship Id="rId10" Type="http://schemas.openxmlformats.org/officeDocument/2006/relationships/slide" Target="slides/slide5.xml" />
  <Relationship Id="rId11" Type="http://schemas.openxmlformats.org/officeDocument/2006/relationships/slide" Target="slides/slide6.xml" />
  <Relationship Id="rId12" Type="http://schemas.openxmlformats.org/officeDocument/2006/relationships/slide" Target="slides/slide7.xml" />
  <Relationship Id="rId13" Type="http://schemas.openxmlformats.org/officeDocument/2006/relationships/slide" Target="slides/slide8.xml" />
  <Relationship Id="rId14" Type="http://schemas.openxmlformats.org/officeDocument/2006/relationships/slide" Target="slides/slide9.xml" />
  <Relationship Id="rId15" Type="http://schemas.openxmlformats.org/officeDocument/2006/relationships/slide" Target="slides/slide10.xml" />
  <Relationship Id="rId16" Type="http://schemas.openxmlformats.org/officeDocument/2006/relationships/slide" Target="slides/slide11.xml" />
  <Relationship Id="rId17" Type="http://schemas.openxmlformats.org/officeDocument/2006/relationships/slide" Target="slides/slide12.xml" />
  <Relationship Id="rId18" Type="http://schemas.openxmlformats.org/officeDocument/2006/relationships/slide" Target="slides/slide13.xml" />
  <Relationship Id="rId19" Type="http://schemas.openxmlformats.org/officeDocument/2006/relationships/slide" Target="slides/slide14.xml" />
  <Relationship Id="rId20" Type="http://schemas.openxmlformats.org/officeDocument/2006/relationships/slide" Target="slides/slide15.xml" />
  <Relationship Id="rId21" Type="http://schemas.openxmlformats.org/officeDocument/2006/relationships/slide" Target="slides/slide16.xml" />
  <Relationship Id="rId22" Type="http://schemas.openxmlformats.org/officeDocument/2006/relationships/slide" Target="slides/slide17.xml" />
  <Relationship Id="rId23" Type="http://schemas.openxmlformats.org/officeDocument/2006/relationships/slide" Target="slides/slide18.xml" />
  <Relationship Id="rId24" Type="http://schemas.openxmlformats.org/officeDocument/2006/relationships/slide" Target="slides/slide19.xml" />
  <Relationship Id="rId25" Type="http://schemas.openxmlformats.org/officeDocument/2006/relationships/slide" Target="slides/slide20.xml" />
</Relationships>
</file>

<file path=ppt/slideLayouts/_rels/slideLayout1.xml.rels><?xml version="1.0" encoding="utf-8" standalone="yes"?>
<Relationships xmlns="http://schemas.openxmlformats.org/package/2006/relationships">
  <Relationship Id="rId3" Type="http://schemas.openxmlformats.org/officeDocument/2006/relationships/image" Target="../media/image3.emf" />
  <Relationship Id="rId2" Type="http://schemas.openxmlformats.org/officeDocument/2006/relationships/image" Target="../media/image2.jpeg" />
  <Relationship Id="rId1" Type="http://schemas.openxmlformats.org/officeDocument/2006/relationships/slideMaster" Target="../slideMasters/slideMaster1.xml" />
</Relationships>
</file>

<file path=ppt/slideLayouts/_rels/slideLayout2.xml.rels><?xml version="1.0" encoding="utf-8" standalone="yes"?>
<Relationships xmlns="http://schemas.openxmlformats.org/package/2006/relationships">
  <Relationship Id="rId3" Type="http://schemas.openxmlformats.org/officeDocument/2006/relationships/image" Target="../media/image5.emf" />
  <Relationship Id="rId2" Type="http://schemas.openxmlformats.org/officeDocument/2006/relationships/image" Target="../media/image4.png" />
  <Relationship Id="rId1" Type="http://schemas.openxmlformats.org/officeDocument/2006/relationships/slideMaster" Target="../slideMasters/slideMaster1.xml" />
</Relationships>
</file>

<file path=ppt/slideLayouts/_rels/slideLayout3.xml.rels><?xml version="1.0" encoding="utf-8" standalone="yes"?>
<Relationships xmlns="http://schemas.openxmlformats.org/package/2006/relationships">
  <Relationship Id="rId3" Type="http://schemas.openxmlformats.org/officeDocument/2006/relationships/image" Target="../media/image5.emf" />
  <Relationship Id="rId2" Type="http://schemas.openxmlformats.org/officeDocument/2006/relationships/image" Target="../media/image6.jpeg" />
  <Relationship Id="rId1" Type="http://schemas.openxmlformats.org/officeDocument/2006/relationships/slideMaster" Target="../slideMasters/slideMaster1.xml" />
</Relationships>
</file>

<file path=ppt/slideLayouts/_rels/slideLayout4.xml.rels><?xml version="1.0" encoding="utf-8" standalone="yes"?>
<Relationships xmlns="http://schemas.openxmlformats.org/package/2006/relationships">
  <Relationship Id="rId3" Type="http://schemas.openxmlformats.org/officeDocument/2006/relationships/image" Target="../media/image5.emf" />
  <Relationship Id="rId2" Type="http://schemas.openxmlformats.org/officeDocument/2006/relationships/image" Target="../media/image7.png" />
  <Relationship Id="rId1" Type="http://schemas.openxmlformats.org/officeDocument/2006/relationships/slideMaster" Target="../slideMasters/slideMaster1.xml" />
</Relationships>
</file>

<file path=ppt/slideLayouts/_rels/slideLayout5.xml.rels><?xml version="1.0" encoding="utf-8" standalone="yes"?>
<Relationships xmlns="http://schemas.openxmlformats.org/package/2006/relationships">
  <Relationship Id="rId3" Type="http://schemas.openxmlformats.org/officeDocument/2006/relationships/image" Target="../media/image3.emf" />
  <Relationship Id="rId2" Type="http://schemas.openxmlformats.org/officeDocument/2006/relationships/image" Target="../media/image8.png" />
  <Relationship Id="rId1" Type="http://schemas.openxmlformats.org/officeDocument/2006/relationships/slideMaster" Target="../slideMasters/slideMaster1.xml" />
</Relationships>
</file>

<file path=ppt/slideLayouts/_rels/slideLayout6.xml.rels><?xml version="1.0" encoding="utf-8" standalone="yes"?>
<Relationships xmlns="http://schemas.openxmlformats.org/package/2006/relationships">
  <Relationship Id="rId3" Type="http://schemas.openxmlformats.org/officeDocument/2006/relationships/image" Target="../media/image3.emf" />
  <Relationship Id="rId2" Type="http://schemas.openxmlformats.org/officeDocument/2006/relationships/image" Target="../media/image9.png" />
  <Relationship Id="rId1" Type="http://schemas.openxmlformats.org/officeDocument/2006/relationships/slideMaster" Target="../slideMasters/slideMaster1.xml" />
</Relationships>
</file>

<file path=ppt/slideLayouts/_rels/slideLayout7.xml.rels><?xml version="1.0" encoding="utf-8" standalone="yes"?>
<Relationships xmlns="http://schemas.openxmlformats.org/package/2006/relationships">
  <Relationship Id="rId3" Type="http://schemas.openxmlformats.org/officeDocument/2006/relationships/image" Target="../media/image5.emf" />
  <Relationship Id="rId2" Type="http://schemas.openxmlformats.org/officeDocument/2006/relationships/image" Target="../media/image10.jpeg" />
  <Relationship Id="rId1" Type="http://schemas.openxmlformats.org/officeDocument/2006/relationships/slideMaster" Target="../slideMasters/slideMaster1.xml" />
</Relationships>
</file>

<file path=ppt/slideLayouts/_rels/slideLayout8.xml.rels><?xml version="1.0" encoding="utf-8" standalone="yes"?>
<Relationships xmlns="http://schemas.openxmlformats.org/package/2006/relationships">
  <Relationship Id="rId3" Type="http://schemas.openxmlformats.org/officeDocument/2006/relationships/image" Target="../media/image5.emf" />
  <Relationship Id="rId2" Type="http://schemas.openxmlformats.org/officeDocument/2006/relationships/image" Target="../media/image11.png" />
  <Relationship Id="rId1" Type="http://schemas.openxmlformats.org/officeDocument/2006/relationships/slideMaster" Target="../slideMasters/slideMaster1.xml" />
</Relationships>
</file>

<file path=ppt/slideLayouts/_rels/slideLayout9.xml.rels><?xml version="1.0" encoding="utf-8" standalone="yes"?>
<Relationships xmlns="http://schemas.openxmlformats.org/package/2006/relationships">
  <Relationship Id="rId3" Type="http://schemas.openxmlformats.org/officeDocument/2006/relationships/image" Target="../media/image5.emf" />
  <Relationship Id="rId2" Type="http://schemas.openxmlformats.org/officeDocument/2006/relationships/image" Target="../media/image12.svg" />
  <Relationship Id="rId1" Type="http://schemas.openxmlformats.org/officeDocument/2006/relationships/slideMaster" Target="../slideMasters/slideMaster1.xml" />
</Relationships>
</file>

<file path=ppt/slideLayouts/_rels/slideLayout10.xml.rels><?xml version="1.0" encoding="utf-8" standalone="yes"?>
<Relationships xmlns="http://schemas.openxmlformats.org/package/2006/relationships">
  <Relationship Id="rId3" Type="http://schemas.openxmlformats.org/officeDocument/2006/relationships/image" Target="../media/image5.emf" />
  <Relationship Id="rId2" Type="http://schemas.openxmlformats.org/officeDocument/2006/relationships/image" Target="../media/image13.png" />
  <Relationship Id="rId1" Type="http://schemas.openxmlformats.org/officeDocument/2006/relationships/slideMaster" Target="../slideMasters/slideMaster1.xml" />
</Relationships>
</file>

<file path=ppt/slideLayouts/_rels/slideLayout11.xml.rels><?xml version="1.0" encoding="utf-8" standalone="yes"?>
<Relationships xmlns="http://schemas.openxmlformats.org/package/2006/relationships">
  <Relationship Id="rId2" Type="http://schemas.openxmlformats.org/officeDocument/2006/relationships/image" Target="../media/image5.emf" />
  <Relationship Id="rId1" Type="http://schemas.openxmlformats.org/officeDocument/2006/relationships/slideMaster" Target="../slideMasters/slideMaster1.xml" />
</Relationships>
</file>

<file path=ppt/slideLayouts/_rels/slideLayout1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_rels/slideLayout1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_rels/slideLayout1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_rels/slideLayout1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_rels/slideLayout1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_rels/slideLayout1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_rels/slideLayout1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_rels/slideLayout1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_rels/slideLayout2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_rels/slideLayout2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_rels/slideLayout2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_rels/slideLayout2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_rels/slideLayout2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_rels/slideLayout25.xml.rels><?xml version="1.0" encoding="utf-8" standalone="yes"?>
<Relationships xmlns="http://schemas.openxmlformats.org/package/2006/relationships">
  <Relationship Id="rId2" Type="http://schemas.openxmlformats.org/officeDocument/2006/relationships/image" Target="../media/image14.jpg" />
  <Relationship Id="rId1" Type="http://schemas.openxmlformats.org/officeDocument/2006/relationships/slideMaster" Target="../slideMasters/slideMaster1.xml" />
</Relationships>
</file>

<file path=ppt/slideLayouts/_rels/slideLayout26.xml.rels><?xml version="1.0" encoding="utf-8" standalone="yes"?>
<Relationships xmlns="http://schemas.openxmlformats.org/package/2006/relationships">
  <Relationship Id="rId2" Type="http://schemas.openxmlformats.org/officeDocument/2006/relationships/image" Target="../media/image14.jpg" />
  <Relationship Id="rId1" Type="http://schemas.openxmlformats.org/officeDocument/2006/relationships/slideMaster" Target="../slideMasters/slideMaster1.xml" />
</Relationships>
</file>

<file path=ppt/slideLayouts/_rels/slideLayout2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_rels/slideLayout28.xml.rels><?xml version="1.0" encoding="utf-8" standalone="yes"?>
<Relationships xmlns="http://schemas.openxmlformats.org/package/2006/relationships">
  <Relationship Id="rId2" Type="http://schemas.openxmlformats.org/officeDocument/2006/relationships/image" Target="../media/image15.jpg" />
  <Relationship Id="rId1" Type="http://schemas.openxmlformats.org/officeDocument/2006/relationships/slideMaster" Target="../slideMasters/slideMaster1.xml" />
</Relationships>
</file>

<file path=ppt/slideLayouts/_rels/slideLayout2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_rels/slideLayout3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_rels/slideLayout3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_rels/slideLayout3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_rels/slideLayout33.xml.rels><?xml version="1.0" encoding="utf-8" standalone="yes"?>
<Relationships xmlns="http://schemas.openxmlformats.org/package/2006/relationships">
  <Relationship Id="rId3" Type="http://schemas.openxmlformats.org/officeDocument/2006/relationships/image" Target="../media/image17.jpg" />
  <Relationship Id="rId2" Type="http://schemas.openxmlformats.org/officeDocument/2006/relationships/image" Target="../media/image16.jpg" />
  <Relationship Id="rId1" Type="http://schemas.openxmlformats.org/officeDocument/2006/relationships/slideMaster" Target="../slideMasters/slideMaster1.xml" />
</Relationships>
</file>

<file path=ppt/slideLayouts/_rels/slideLayout34.xml.rels><?xml version="1.0" encoding="utf-8" standalone="yes"?>
<Relationships xmlns="http://schemas.openxmlformats.org/package/2006/relationships">
  <Relationship Id="rId3" Type="http://schemas.openxmlformats.org/officeDocument/2006/relationships/image" Target="../media/image19.jpg" />
  <Relationship Id="rId2" Type="http://schemas.openxmlformats.org/officeDocument/2006/relationships/image" Target="../media/image18.jpg" />
  <Relationship Id="rId1" Type="http://schemas.openxmlformats.org/officeDocument/2006/relationships/slideMaster" Target="../slideMasters/slideMaster1.xml" />
  <Relationship Id="rId4" Type="http://schemas.openxmlformats.org/officeDocument/2006/relationships/image" Target="../media/image20.jpg" />
</Relationships>
</file>

<file path=ppt/slideLayouts/_rels/slideLayout35.xml.rels><?xml version="1.0" encoding="utf-8" standalone="yes"?>
<Relationships xmlns="http://schemas.openxmlformats.org/package/2006/relationships">
  <Relationship Id="rId3" Type="http://schemas.openxmlformats.org/officeDocument/2006/relationships/image" Target="../media/image22.png" />
  <Relationship Id="rId2" Type="http://schemas.openxmlformats.org/officeDocument/2006/relationships/image" Target="../media/image21.png" />
  <Relationship Id="rId1" Type="http://schemas.openxmlformats.org/officeDocument/2006/relationships/slideMaster" Target="../slideMasters/slideMaster1.xml" />
  <Relationship Id="rId5" Type="http://schemas.openxmlformats.org/officeDocument/2006/relationships/image" Target="../media/image24.svg" />
  <Relationship Id="rId4" Type="http://schemas.openxmlformats.org/officeDocument/2006/relationships/image" Target="../media/image23.png" />
</Relationships>
</file>

<file path=ppt/slideLayouts/_rels/slideLayout3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_rels/slideLayout3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_rels/slideLayout3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_rels/slideLayout3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_rels/slideLayout4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_rels/slideLayout4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_rels/slideLayout4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_rels/slideLayout4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_rels/slideLayout4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_rels/slideLayout4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_rels/slideLayout4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_rels/slideLayout4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_rels/slideLayout4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_rels/slideLayout4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_rels/slideLayout50.xml.rels><?xml version="1.0" encoding="utf-8" standalone="yes"?>
<Relationships xmlns="http://schemas.openxmlformats.org/package/2006/relationships">
  <Relationship Id="rId2" Type="http://schemas.openxmlformats.org/officeDocument/2006/relationships/image" Target="../media/image25.jpeg" />
  <Relationship Id="rId1" Type="http://schemas.openxmlformats.org/officeDocument/2006/relationships/slideMaster" Target="../slideMasters/slideMaster1.xml" />
</Relationships>
</file>

<file path=ppt/slideLayouts/_rels/slideLayout51.xml.rels><?xml version="1.0" encoding="utf-8" standalone="yes"?>
<Relationships xmlns="http://schemas.openxmlformats.org/package/2006/relationships">
  <Relationship Id="rId2" Type="http://schemas.openxmlformats.org/officeDocument/2006/relationships/image" Target="../media/image26.jpeg" />
  <Relationship Id="rId1" Type="http://schemas.openxmlformats.org/officeDocument/2006/relationships/slideMaster" Target="../slideMasters/slideMaster1.xml" />
</Relationships>
</file>

<file path=ppt/slideLayouts/_rels/slideLayout52.xml.rels><?xml version="1.0" encoding="utf-8" standalone="yes"?>
<Relationships xmlns="http://schemas.openxmlformats.org/package/2006/relationships">
  <Relationship Id="rId2" Type="http://schemas.openxmlformats.org/officeDocument/2006/relationships/image" Target="../media/image27.png" />
  <Relationship Id="rId1" Type="http://schemas.openxmlformats.org/officeDocument/2006/relationships/slideMaster" Target="../slideMasters/slideMaster1.xml" />
</Relationships>
</file>

<file path=ppt/slideLayouts/_rels/slideLayout53.xml.rels><?xml version="1.0" encoding="utf-8" standalone="yes"?>
<Relationships xmlns="http://schemas.openxmlformats.org/package/2006/relationships">
  <Relationship Id="rId2" Type="http://schemas.openxmlformats.org/officeDocument/2006/relationships/image" Target="../media/image28.png" />
  <Relationship Id="rId1" Type="http://schemas.openxmlformats.org/officeDocument/2006/relationships/slideMaster" Target="../slideMasters/slideMaster1.xml" />
</Relationships>
</file>

<file path=ppt/slideLayouts/_rels/slideLayout54.xml.rels><?xml version="1.0" encoding="utf-8" standalone="yes"?>
<Relationships xmlns="http://schemas.openxmlformats.org/package/2006/relationships">
  <Relationship Id="rId2" Type="http://schemas.openxmlformats.org/officeDocument/2006/relationships/image" Target="../media/image29.png" />
  <Relationship Id="rId1" Type="http://schemas.openxmlformats.org/officeDocument/2006/relationships/slideMaster" Target="../slideMasters/slideMaster1.xml" />
</Relationships>
</file>

<file path=ppt/slideLayouts/_rels/slideLayout55.xml.rels><?xml version="1.0" encoding="utf-8" standalone="yes"?>
<Relationships xmlns="http://schemas.openxmlformats.org/package/2006/relationships">
  <Relationship Id="rId2" Type="http://schemas.openxmlformats.org/officeDocument/2006/relationships/image" Target="../media/image30.jpeg" />
  <Relationship Id="rId1" Type="http://schemas.openxmlformats.org/officeDocument/2006/relationships/slideMaster" Target="../slideMasters/slideMaster1.xml" />
</Relationships>
</file>

<file path=ppt/slideLayouts/_rels/slideLayout56.xml.rels><?xml version="1.0" encoding="utf-8" standalone="yes"?>
<Relationships xmlns="http://schemas.openxmlformats.org/package/2006/relationships">
  <Relationship Id="rId2" Type="http://schemas.openxmlformats.org/officeDocument/2006/relationships/image" Target="../media/image31.png" />
  <Relationship Id="rId1" Type="http://schemas.openxmlformats.org/officeDocument/2006/relationships/slideMaster" Target="../slideMasters/slideMaster1.xml" />
</Relationships>
</file>

<file path=ppt/slideLayouts/_rels/slideLayout57.xml.rels><?xml version="1.0" encoding="utf-8" standalone="yes"?>
<Relationships xmlns="http://schemas.openxmlformats.org/package/2006/relationships">
  <Relationship Id="rId2" Type="http://schemas.openxmlformats.org/officeDocument/2006/relationships/image" Target="../media/image32.jpeg" />
  <Relationship Id="rId1" Type="http://schemas.openxmlformats.org/officeDocument/2006/relationships/slideMaster" Target="../slideMasters/slideMaster1.xml" />
</Relationships>
</file>

<file path=ppt/slideLayouts/_rels/slideLayout58.xml.rels><?xml version="1.0" encoding="utf-8" standalone="yes"?>
<Relationships xmlns="http://schemas.openxmlformats.org/package/2006/relationships">
  <Relationship Id="rId2" Type="http://schemas.openxmlformats.org/officeDocument/2006/relationships/image" Target="../media/image33.png" />
  <Relationship Id="rId1" Type="http://schemas.openxmlformats.org/officeDocument/2006/relationships/slideMaster" Target="../slideMasters/slideMaster1.xml" />
</Relationships>
</file>

<file path=ppt/slideLayouts/_rels/slideLayout59.xml.rels><?xml version="1.0" encoding="utf-8" standalone="yes"?>
<Relationships xmlns="http://schemas.openxmlformats.org/package/2006/relationships">
  <Relationship Id="rId2" Type="http://schemas.openxmlformats.org/officeDocument/2006/relationships/image" Target="../media/image34.png" />
  <Relationship Id="rId1" Type="http://schemas.openxmlformats.org/officeDocument/2006/relationships/slideMaster" Target="../slideMasters/slideMaster1.xml" />
</Relationships>
</file>

<file path=ppt/slideLayouts/_rels/slideLayout60.xml.rels><?xml version="1.0" encoding="utf-8" standalone="yes"?>
<Relationships xmlns="http://schemas.openxmlformats.org/package/2006/relationships">
  <Relationship Id="rId2" Type="http://schemas.openxmlformats.org/officeDocument/2006/relationships/image" Target="../media/image35.png" />
  <Relationship Id="rId1" Type="http://schemas.openxmlformats.org/officeDocument/2006/relationships/slideMaster" Target="../slideMasters/slideMaster1.xml" />
</Relationships>
</file>

<file path=ppt/slideLayouts/_rels/slideLayout61.xml.rels><?xml version="1.0" encoding="utf-8" standalone="yes"?>
<Relationships xmlns="http://schemas.openxmlformats.org/package/2006/relationships">
  <Relationship Id="rId3" Type="http://schemas.openxmlformats.org/officeDocument/2006/relationships/image" Target="../media/image37.jpg" />
  <Relationship Id="rId2" Type="http://schemas.openxmlformats.org/officeDocument/2006/relationships/image" Target="../media/image36.jpeg" />
  <Relationship Id="rId1" Type="http://schemas.openxmlformats.org/officeDocument/2006/relationships/slideMaster" Target="../slideMasters/slideMaster1.xml" />
</Relationships>
</file>

<file path=ppt/slideLayouts/_rels/slideLayout62.xml.rels><?xml version="1.0" encoding="utf-8" standalone="yes"?>
<Relationships xmlns="http://schemas.openxmlformats.org/package/2006/relationships">
  <Relationship Id="rId2" Type="http://schemas.openxmlformats.org/officeDocument/2006/relationships/image" Target="../media/image38.png" />
  <Relationship Id="rId1" Type="http://schemas.openxmlformats.org/officeDocument/2006/relationships/slideMaster" Target="../slideMasters/slideMaster1.xml" />
</Relationships>
</file>

<file path=ppt/slideLayouts/_rels/slideLayout63.xml.rels><?xml version="1.0" encoding="utf-8" standalone="yes"?>
<Relationships xmlns="http://schemas.openxmlformats.org/package/2006/relationships">
  <Relationship Id="rId2" Type="http://schemas.openxmlformats.org/officeDocument/2006/relationships/image" Target="../media/image39.png" />
  <Relationship Id="rId1" Type="http://schemas.openxmlformats.org/officeDocument/2006/relationships/slideMaster" Target="../slideMasters/slideMaster1.xml" />
</Relationships>
</file>

<file path=ppt/slideLayouts/_rels/slideLayout64.xml.rels><?xml version="1.0" encoding="utf-8" standalone="yes"?>
<Relationships xmlns="http://schemas.openxmlformats.org/package/2006/relationships">
  <Relationship Id="rId2" Type="http://schemas.openxmlformats.org/officeDocument/2006/relationships/image" Target="../media/image40.jpg" />
  <Relationship Id="rId1" Type="http://schemas.openxmlformats.org/officeDocument/2006/relationships/slideMaster" Target="../slideMasters/slideMaster1.xml" />
</Relationships>
</file>

<file path=ppt/slideLayouts/_rels/slideLayout65.xml.rels><?xml version="1.0" encoding="utf-8" standalone="yes"?>
<Relationships xmlns="http://schemas.openxmlformats.org/package/2006/relationships">
  <Relationship Id="rId2" Type="http://schemas.openxmlformats.org/officeDocument/2006/relationships/image" Target="../media/image40.jpg" />
  <Relationship Id="rId1" Type="http://schemas.openxmlformats.org/officeDocument/2006/relationships/slideMaster" Target="../slideMasters/slideMaster1.xml" />
</Relationships>
</file>

<file path=ppt/slideLayouts/_rels/slideLayout66.xml.rels><?xml version="1.0" encoding="utf-8" standalone="yes"?>
<Relationships xmlns="http://schemas.openxmlformats.org/package/2006/relationships">
  <Relationship Id="rId3" Type="http://schemas.openxmlformats.org/officeDocument/2006/relationships/image" Target="../media/image5.emf" />
  <Relationship Id="rId2" Type="http://schemas.openxmlformats.org/officeDocument/2006/relationships/image" Target="../media/image41.jpeg" />
  <Relationship Id="rId1" Type="http://schemas.openxmlformats.org/officeDocument/2006/relationships/slideMaster" Target="../slideMasters/slideMaster1.xml" />
</Relationships>
</file>

<file path=ppt/slideLayouts/_rels/slideLayout67.xml.rels><?xml version="1.0" encoding="utf-8" standalone="yes"?>
<Relationships xmlns="http://schemas.openxmlformats.org/package/2006/relationships">
  <Relationship Id="rId3" Type="http://schemas.openxmlformats.org/officeDocument/2006/relationships/image" Target="../media/image5.emf" />
  <Relationship Id="rId2" Type="http://schemas.openxmlformats.org/officeDocument/2006/relationships/image" Target="../media/image42.png" />
  <Relationship Id="rId1" Type="http://schemas.openxmlformats.org/officeDocument/2006/relationships/slideMaster" Target="../slideMasters/slideMaster1.xml" />
</Relationships>
</file>

<file path=ppt/slideLayouts/_rels/slideLayout6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_rels/slideLayout6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_rels/slideLayout70.xml.rels><?xml version="1.0" encoding="utf-8" standalone="yes"?>
<Relationships xmlns="http://schemas.openxmlformats.org/package/2006/relationships">
  <Relationship Id="rId2" Type="http://schemas.openxmlformats.org/officeDocument/2006/relationships/image" Target="../media/image3.emf" />
  <Relationship Id="rId1" Type="http://schemas.openxmlformats.org/officeDocument/2006/relationships/slideMaster" Target="../slideMasters/slideMaster1.xml" />
</Relationships>
</file>

<file path=ppt/slideLayouts/_rels/slideLayout7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_rels/slideLayout7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lk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S logo white - EMF" descr="Microsoft logo white text version">
            <a:extLst>
              <a:ext uri="{FF2B5EF4-FFF2-40B4-BE49-F238E27FC236}">
                <a16:creationId xmlns:a16="http://schemas.microsoft.com/office/drawing/2014/main" id="{F7CD6B1F-AE52-08A4-59DD-ADA3920FEF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B4BC62-442D-D07F-D062-B23F459AF590}"/>
              </a:ext>
            </a:extLst>
          </p:cNvPr>
          <p:cNvSpPr txBox="1"/>
          <p:nvPr/>
        </p:nvSpPr>
        <p:spPr>
          <a:xfrm>
            <a:off x="584200" y="2841172"/>
            <a:ext cx="3790950" cy="14957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5400" b="0" dirty="0">
                <a:solidFill>
                  <a:schemeClr val="bg1"/>
                </a:solidFill>
                <a:latin typeface="+mj-lt"/>
              </a:rPr>
              <a:t>Microsoft Azure</a:t>
            </a:r>
          </a:p>
        </p:txBody>
      </p:sp>
    </p:spTree>
    <p:extLst>
      <p:ext uri="{BB962C8B-B14F-4D97-AF65-F5344CB8AC3E}">
        <p14:creationId xmlns:p14="http://schemas.microsoft.com/office/powerpoint/2010/main" val="1837801934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Walkin"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3B4BC62-442D-D07F-D062-B23F459AF590}"/>
              </a:ext>
            </a:extLst>
          </p:cNvPr>
          <p:cNvSpPr txBox="1"/>
          <p:nvPr/>
        </p:nvSpPr>
        <p:spPr>
          <a:xfrm>
            <a:off x="584200" y="2841172"/>
            <a:ext cx="3790950" cy="14957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5400" b="0" dirty="0">
                <a:solidFill>
                  <a:schemeClr val="tx1"/>
                </a:solidFill>
                <a:latin typeface="+mj-lt"/>
              </a:rPr>
              <a:t>Microsoft Azure</a:t>
            </a:r>
          </a:p>
        </p:txBody>
      </p:sp>
      <p:pic>
        <p:nvPicPr>
          <p:cNvPr id="5" name="MS logo gray - EMF" descr="Microsoft logo, gray text version">
            <a:extLst>
              <a:ext uri="{FF2B5EF4-FFF2-40B4-BE49-F238E27FC236}">
                <a16:creationId xmlns:a16="http://schemas.microsoft.com/office/drawing/2014/main" id="{8672AF12-6140-9E72-C268-A8ED4080CA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49900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 スライ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C6B9E508-E424-C5B2-1415-EF47F2EDB1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5284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32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C6B9E508-E424-C5B2-1415-EF47F2EDB1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659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32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4" name="MS logo white - EMF" descr="Microsoft logo white text version">
            <a:extLst>
              <a:ext uri="{FF2B5EF4-FFF2-40B4-BE49-F238E27FC236}">
                <a16:creationId xmlns:a16="http://schemas.microsoft.com/office/drawing/2014/main" id="{0BB37EE3-73AC-5546-F43B-FE5420C7D0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2699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32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4" name="MS logo white - EMF" descr="Microsoft logo white text version">
            <a:extLst>
              <a:ext uri="{FF2B5EF4-FFF2-40B4-BE49-F238E27FC236}">
                <a16:creationId xmlns:a16="http://schemas.microsoft.com/office/drawing/2014/main" id="{0BB37EE3-73AC-5546-F43B-FE5420C7D0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422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32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2" name="MS logo gray - EMF" descr="Microsoft logo, gray text version">
            <a:extLst>
              <a:ext uri="{FF2B5EF4-FFF2-40B4-BE49-F238E27FC236}">
                <a16:creationId xmlns:a16="http://schemas.microsoft.com/office/drawing/2014/main" id="{BBFAAA10-F521-410E-1BB5-6D77902DD0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780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2" name="MS logo gray - EMF" descr="Microsoft logo, gray text version">
            <a:extLst>
              <a:ext uri="{FF2B5EF4-FFF2-40B4-BE49-F238E27FC236}">
                <a16:creationId xmlns:a16="http://schemas.microsoft.com/office/drawing/2014/main" id="{BBFAAA10-F521-410E-1BB5-6D77902DD0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4114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3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C6B9E508-E424-C5B2-1415-EF47F2EDB1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9309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 3"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C6B9E508-E424-C5B2-1415-EF47F2EDB1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0349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62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8CE50-46CE-0973-AC08-7477BEAD0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03424D10-01E7-37F9-6091-2C95487D9F7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DFE8ED1-0EC9-B339-1813-0B4260A0A2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0043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1600" dirty="0"/>
            </a:lvl1pPr>
            <a:lvl2pPr>
              <a:defRPr lang="en-US" sz="1600" dirty="0"/>
            </a:lvl2pPr>
            <a:lvl3pPr>
              <a:defRPr lang="en-US" sz="16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marL="141288" lvl="0" indent="-141288"/>
            <a:r>
              <a:rPr lang="ja-JP" altLang="en-US"/>
              <a:t>マスター テキストの書式設定</a:t>
            </a:r>
          </a:p>
          <a:p>
            <a:pPr marL="141288" lvl="1" indent="-141288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marL="141288" lvl="2" indent="-141288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marL="141288" lvl="3" indent="-141288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marL="141288" lvl="4" indent="-141288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823006D8-810A-DCBB-7E79-17F6322E2FF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ADAAB847-57CB-2458-2ADA-6D77707940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0043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1600" dirty="0"/>
            </a:lvl1pPr>
            <a:lvl2pPr>
              <a:defRPr lang="en-US" sz="1600" dirty="0"/>
            </a:lvl2pPr>
            <a:lvl3pPr>
              <a:defRPr lang="en-US" sz="16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marL="141288" lvl="0" indent="-141288"/>
            <a:r>
              <a:rPr lang="ja-JP" altLang="en-US"/>
              <a:t>マスター テキストの書式設定</a:t>
            </a:r>
          </a:p>
          <a:p>
            <a:pPr marL="141288" lvl="1" indent="-141288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marL="141288" lvl="2" indent="-141288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marL="141288" lvl="3" indent="-141288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marL="141288" lvl="4" indent="-141288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B655A31-FF73-73EA-1EA8-00F13891AB9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19634A-80BB-C620-3C16-1EA80A7B1C1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0043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1600" dirty="0"/>
            </a:lvl1pPr>
            <a:lvl2pPr>
              <a:defRPr lang="en-US" sz="1600" dirty="0"/>
            </a:lvl2pPr>
            <a:lvl3pPr>
              <a:defRPr lang="en-US" sz="16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marL="141288" lvl="0" indent="-141288"/>
            <a:r>
              <a:rPr lang="ja-JP" altLang="en-US"/>
              <a:t>マスター テキストの書式設定</a:t>
            </a:r>
          </a:p>
          <a:p>
            <a:pPr marL="141288" lvl="1" indent="-141288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marL="141288" lvl="2" indent="-141288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marL="141288" lvl="3" indent="-141288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marL="141288" lvl="4" indent="-141288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5E7CC6D-40F5-C58C-FC44-793B1A98AC5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6B93ED5-5CA7-C983-373E-E42D7424C7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0043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1600"/>
            </a:lvl1pPr>
            <a:lvl2pPr>
              <a:defRPr lang="en-US" sz="1600"/>
            </a:lvl2pPr>
            <a:lvl3pPr>
              <a:defRPr lang="en-US" sz="1600"/>
            </a:lvl3pPr>
            <a:lvl4pPr>
              <a:defRPr lang="en-US" sz="1400"/>
            </a:lvl4pPr>
            <a:lvl5pPr>
              <a:defRPr lang="en-US" sz="1400" dirty="0"/>
            </a:lvl5pPr>
          </a:lstStyle>
          <a:p>
            <a:pPr marL="141288" lvl="0" indent="-141288"/>
            <a:r>
              <a:rPr lang="ja-JP" altLang="en-US"/>
              <a:t>マスター テキストの書式設定</a:t>
            </a:r>
          </a:p>
          <a:p>
            <a:pPr marL="141288" lvl="1" indent="-141288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marL="141288" lvl="2" indent="-141288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marL="141288" lvl="3" indent="-141288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marL="141288" lvl="4" indent="-141288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652720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56515338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77604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9840261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055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6989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7815760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0246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32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55399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800" b="1">
                <a:gradFill>
                  <a:gsLst>
                    <a:gs pos="0">
                      <a:srgbClr val="31ACBD"/>
                    </a:gs>
                    <a:gs pos="68000">
                      <a:schemeClr val="tx2"/>
                    </a:gs>
                  </a:gsLst>
                  <a:lin ang="10800000" scaled="1"/>
                </a:gradFill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800" b="1">
                <a:gradFill>
                  <a:gsLst>
                    <a:gs pos="100000">
                      <a:srgbClr val="3EA89B"/>
                    </a:gs>
                    <a:gs pos="0">
                      <a:srgbClr val="225B62"/>
                    </a:gs>
                  </a:gsLst>
                  <a:lin ang="10800000" scaled="1"/>
                </a:gradFill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800" b="1" dirty="0">
                <a:gradFill>
                  <a:gsLst>
                    <a:gs pos="0">
                      <a:srgbClr val="F4364C"/>
                    </a:gs>
                    <a:gs pos="68000">
                      <a:srgbClr val="C03BC4"/>
                    </a:gs>
                  </a:gsLst>
                  <a:lin ang="10800000" scaled="1"/>
                </a:gradFill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800" b="1">
                <a:gradFill>
                  <a:gsLst>
                    <a:gs pos="0">
                      <a:srgbClr val="FF9318"/>
                    </a:gs>
                    <a:gs pos="44000">
                      <a:srgbClr val="FF5C39"/>
                    </a:gs>
                  </a:gsLst>
                  <a:lin ang="10800000" scaled="1"/>
                </a:gradFill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0152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8736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3775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8010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2657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0807892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488400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 dirty="0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gradFill flip="none" rotWithShape="1">
            <a:gsLst>
              <a:gs pos="47706">
                <a:schemeClr val="accent1"/>
              </a:gs>
              <a:gs pos="100000">
                <a:schemeClr val="accent3"/>
              </a:gs>
              <a:gs pos="60000">
                <a:schemeClr val="accent1"/>
              </a:gs>
            </a:gsLst>
            <a:lin ang="18900000" scaled="1"/>
            <a:tileRect/>
          </a:grad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031375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09554D-CD2C-F836-9A2C-88CABE576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984628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4194147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6252885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chemeClr val="bg1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0765864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chemeClr val="bg1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848439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chemeClr val="bg1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817557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312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166984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9337285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gradFill>
            <a:gsLst>
              <a:gs pos="100000">
                <a:srgbClr val="FFB900"/>
              </a:gs>
              <a:gs pos="0">
                <a:srgbClr val="FFB3BB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998890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gradFill>
            <a:gsLst>
              <a:gs pos="100000">
                <a:srgbClr val="FFB900"/>
              </a:gs>
              <a:gs pos="0">
                <a:srgbClr val="FFB3BB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gradFill>
            <a:gsLst>
              <a:gs pos="100000">
                <a:srgbClr val="F4364C"/>
              </a:gs>
              <a:gs pos="0">
                <a:srgbClr val="8661C5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616847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gradFill>
            <a:gsLst>
              <a:gs pos="100000">
                <a:srgbClr val="FFB900"/>
              </a:gs>
              <a:gs pos="0">
                <a:srgbClr val="FFB3BB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gradFill>
            <a:gsLst>
              <a:gs pos="100000">
                <a:srgbClr val="F4364C"/>
              </a:gs>
              <a:gs pos="0">
                <a:srgbClr val="8661C5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gradFill>
            <a:gsLst>
              <a:gs pos="0">
                <a:srgbClr val="E8E6DF"/>
              </a:gs>
              <a:gs pos="100000">
                <a:srgbClr val="FFA38B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696369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gradFill>
            <a:gsLst>
              <a:gs pos="100000">
                <a:srgbClr val="FFB900"/>
              </a:gs>
              <a:gs pos="0">
                <a:srgbClr val="FFB3BB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gradFill>
            <a:gsLst>
              <a:gs pos="100000">
                <a:srgbClr val="F4364C"/>
              </a:gs>
              <a:gs pos="0">
                <a:srgbClr val="8661C5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gradFill>
            <a:gsLst>
              <a:gs pos="0">
                <a:srgbClr val="E8E6DF"/>
              </a:gs>
              <a:gs pos="100000">
                <a:srgbClr val="FFA38B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gradFill>
            <a:gsLst>
              <a:gs pos="0">
                <a:srgbClr val="E8E6DF"/>
              </a:gs>
              <a:gs pos="100000">
                <a:srgbClr val="D4EC8E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9074252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gradFill>
            <a:gsLst>
              <a:gs pos="100000">
                <a:srgbClr val="FFB900"/>
              </a:gs>
              <a:gs pos="0">
                <a:srgbClr val="FFB3BB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gradFill>
            <a:gsLst>
              <a:gs pos="100000">
                <a:srgbClr val="F4364C"/>
              </a:gs>
              <a:gs pos="0">
                <a:srgbClr val="8661C5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515435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gradFill>
            <a:gsLst>
              <a:gs pos="100000">
                <a:srgbClr val="FFB900"/>
              </a:gs>
              <a:gs pos="0">
                <a:srgbClr val="FFB3BB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gradFill>
            <a:gsLst>
              <a:gs pos="100000">
                <a:srgbClr val="F4364C"/>
              </a:gs>
              <a:gs pos="0">
                <a:srgbClr val="8661C5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gradFill>
            <a:gsLst>
              <a:gs pos="0">
                <a:srgbClr val="E8E6DF"/>
              </a:gs>
              <a:gs pos="100000">
                <a:srgbClr val="FFA38B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21046650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gradFill>
            <a:gsLst>
              <a:gs pos="100000">
                <a:srgbClr val="FFB900"/>
              </a:gs>
              <a:gs pos="0">
                <a:srgbClr val="FFB3BB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gradFill>
            <a:gsLst>
              <a:gs pos="100000">
                <a:srgbClr val="F4364C"/>
              </a:gs>
              <a:gs pos="0">
                <a:srgbClr val="8661C5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gradFill>
            <a:gsLst>
              <a:gs pos="0">
                <a:srgbClr val="E8E6DF"/>
              </a:gs>
              <a:gs pos="100000">
                <a:srgbClr val="FFA38B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gradFill>
            <a:gsLst>
              <a:gs pos="0">
                <a:srgbClr val="E8E6DF"/>
              </a:gs>
              <a:gs pos="100000">
                <a:srgbClr val="D4EC8E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598959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1"/>
            <a:ext cx="3182027" cy="3959217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22601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648000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6189093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595878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6310263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481096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8546783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dirty="0"/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27544182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268851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46147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2694306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974117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4289971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88048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349908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Tit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888054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ection Tit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802968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ction Tit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2618671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0D155-47E8-D819-5FA4-748607570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5022EE65-FBB2-C961-B89F-9DADBDB2DB3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27263" y="2199576"/>
            <a:ext cx="3760470" cy="376047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effectLst>
            <a:outerShdw blurRad="215900" dist="190500" dir="2700000" sx="101000" sy="101000" algn="ctr" rotWithShape="0">
              <a:srgbClr val="000000">
                <a:alpha val="23000"/>
              </a:srgbClr>
            </a:outerShdw>
          </a:effectLst>
        </p:spPr>
        <p:txBody>
          <a:bodyPr vert="horz" wrap="square" lIns="0" tIns="0" rIns="0" bIns="0" rtlCol="0" anchor="ctr" anchorCtr="0">
            <a:normAutofit/>
          </a:bodyPr>
          <a:lstStyle>
            <a:lvl1pPr marL="228600" indent="-228600" algn="ctr">
              <a:buNone/>
              <a:defRPr lang="en-US" sz="1800" b="1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 algn="ctr"/>
            <a:r>
              <a:rPr lang="en-US" dirty="0"/>
              <a:t>Click to insert photo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4B878651-6EA0-F1DE-DDB3-D4C07A4E59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45931" y="3206751"/>
            <a:ext cx="2706480" cy="147732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2A3F807-DEFB-6026-D7BD-82284EB7FB76}"/>
              </a:ext>
            </a:extLst>
          </p:cNvPr>
          <p:cNvSpPr/>
          <p:nvPr/>
        </p:nvSpPr>
        <p:spPr>
          <a:xfrm>
            <a:off x="552732" y="2199576"/>
            <a:ext cx="693200" cy="604267"/>
          </a:xfrm>
          <a:custGeom>
            <a:avLst/>
            <a:gdLst>
              <a:gd name="connsiteX0" fmla="*/ 393237 w 674431"/>
              <a:gd name="connsiteY0" fmla="*/ 0 h 587906"/>
              <a:gd name="connsiteX1" fmla="*/ 616089 w 674431"/>
              <a:gd name="connsiteY1" fmla="*/ 0 h 587906"/>
              <a:gd name="connsiteX2" fmla="*/ 616151 w 674431"/>
              <a:gd name="connsiteY2" fmla="*/ 0 h 587906"/>
              <a:gd name="connsiteX3" fmla="*/ 674431 w 674431"/>
              <a:gd name="connsiteY3" fmla="*/ 58280 h 587906"/>
              <a:gd name="connsiteX4" fmla="*/ 674431 w 674431"/>
              <a:gd name="connsiteY4" fmla="*/ 221738 h 587906"/>
              <a:gd name="connsiteX5" fmla="*/ 597219 w 674431"/>
              <a:gd name="connsiteY5" fmla="*/ 471750 h 587906"/>
              <a:gd name="connsiteX6" fmla="*/ 393361 w 674431"/>
              <a:gd name="connsiteY6" fmla="*/ 587630 h 587906"/>
              <a:gd name="connsiteX7" fmla="*/ 380245 w 674431"/>
              <a:gd name="connsiteY7" fmla="*/ 577174 h 587906"/>
              <a:gd name="connsiteX8" fmla="*/ 380245 w 674431"/>
              <a:gd name="connsiteY8" fmla="*/ 489011 h 587906"/>
              <a:gd name="connsiteX9" fmla="*/ 387484 w 674431"/>
              <a:gd name="connsiteY9" fmla="*/ 478865 h 587906"/>
              <a:gd name="connsiteX10" fmla="*/ 523100 w 674431"/>
              <a:gd name="connsiteY10" fmla="*/ 363541 h 587906"/>
              <a:gd name="connsiteX11" fmla="*/ 540423 w 674431"/>
              <a:gd name="connsiteY11" fmla="*/ 283112 h 587906"/>
              <a:gd name="connsiteX12" fmla="*/ 533308 w 674431"/>
              <a:gd name="connsiteY12" fmla="*/ 276306 h 587906"/>
              <a:gd name="connsiteX13" fmla="*/ 393361 w 674431"/>
              <a:gd name="connsiteY13" fmla="*/ 276306 h 587906"/>
              <a:gd name="connsiteX14" fmla="*/ 374986 w 674431"/>
              <a:gd name="connsiteY14" fmla="*/ 257931 h 587906"/>
              <a:gd name="connsiteX15" fmla="*/ 374986 w 674431"/>
              <a:gd name="connsiteY15" fmla="*/ 18251 h 587906"/>
              <a:gd name="connsiteX16" fmla="*/ 393237 w 674431"/>
              <a:gd name="connsiteY16" fmla="*/ 0 h 587906"/>
              <a:gd name="connsiteX17" fmla="*/ 58466 w 674431"/>
              <a:gd name="connsiteY17" fmla="*/ 0 h 587906"/>
              <a:gd name="connsiteX18" fmla="*/ 281070 w 674431"/>
              <a:gd name="connsiteY18" fmla="*/ 0 h 587906"/>
              <a:gd name="connsiteX19" fmla="*/ 299445 w 674431"/>
              <a:gd name="connsiteY19" fmla="*/ 18375 h 587906"/>
              <a:gd name="connsiteX20" fmla="*/ 299445 w 674431"/>
              <a:gd name="connsiteY20" fmla="*/ 221738 h 587906"/>
              <a:gd name="connsiteX21" fmla="*/ 222233 w 674431"/>
              <a:gd name="connsiteY21" fmla="*/ 471750 h 587906"/>
              <a:gd name="connsiteX22" fmla="*/ 18375 w 674431"/>
              <a:gd name="connsiteY22" fmla="*/ 587630 h 587906"/>
              <a:gd name="connsiteX23" fmla="*/ 5259 w 674431"/>
              <a:gd name="connsiteY23" fmla="*/ 577174 h 587906"/>
              <a:gd name="connsiteX24" fmla="*/ 5259 w 674431"/>
              <a:gd name="connsiteY24" fmla="*/ 489011 h 587906"/>
              <a:gd name="connsiteX25" fmla="*/ 12497 w 674431"/>
              <a:gd name="connsiteY25" fmla="*/ 478865 h 587906"/>
              <a:gd name="connsiteX26" fmla="*/ 148114 w 674431"/>
              <a:gd name="connsiteY26" fmla="*/ 363541 h 587906"/>
              <a:gd name="connsiteX27" fmla="*/ 165437 w 674431"/>
              <a:gd name="connsiteY27" fmla="*/ 283112 h 587906"/>
              <a:gd name="connsiteX28" fmla="*/ 158322 w 674431"/>
              <a:gd name="connsiteY28" fmla="*/ 276306 h 587906"/>
              <a:gd name="connsiteX29" fmla="*/ 18375 w 674431"/>
              <a:gd name="connsiteY29" fmla="*/ 276306 h 587906"/>
              <a:gd name="connsiteX30" fmla="*/ 0 w 674431"/>
              <a:gd name="connsiteY30" fmla="*/ 257931 h 587906"/>
              <a:gd name="connsiteX31" fmla="*/ 0 w 674431"/>
              <a:gd name="connsiteY31" fmla="*/ 58466 h 587906"/>
              <a:gd name="connsiteX32" fmla="*/ 58466 w 674431"/>
              <a:gd name="connsiteY32" fmla="*/ 0 h 587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674431" h="587906">
                <a:moveTo>
                  <a:pt x="393237" y="0"/>
                </a:moveTo>
                <a:lnTo>
                  <a:pt x="616089" y="0"/>
                </a:lnTo>
                <a:lnTo>
                  <a:pt x="616151" y="0"/>
                </a:lnTo>
                <a:cubicBezTo>
                  <a:pt x="648322" y="0"/>
                  <a:pt x="674431" y="26109"/>
                  <a:pt x="674431" y="58280"/>
                </a:cubicBezTo>
                <a:lnTo>
                  <a:pt x="674431" y="221738"/>
                </a:lnTo>
                <a:cubicBezTo>
                  <a:pt x="674431" y="328152"/>
                  <a:pt x="648694" y="411490"/>
                  <a:pt x="597219" y="471750"/>
                </a:cubicBezTo>
                <a:cubicBezTo>
                  <a:pt x="548157" y="529102"/>
                  <a:pt x="480225" y="567770"/>
                  <a:pt x="393361" y="587630"/>
                </a:cubicBezTo>
                <a:cubicBezTo>
                  <a:pt x="386679" y="589177"/>
                  <a:pt x="380245" y="584042"/>
                  <a:pt x="380245" y="577174"/>
                </a:cubicBezTo>
                <a:lnTo>
                  <a:pt x="380245" y="489011"/>
                </a:lnTo>
                <a:cubicBezTo>
                  <a:pt x="380245" y="484433"/>
                  <a:pt x="383153" y="480288"/>
                  <a:pt x="387484" y="478865"/>
                </a:cubicBezTo>
                <a:cubicBezTo>
                  <a:pt x="454240" y="456778"/>
                  <a:pt x="499466" y="418295"/>
                  <a:pt x="523100" y="363541"/>
                </a:cubicBezTo>
                <a:cubicBezTo>
                  <a:pt x="535969" y="335824"/>
                  <a:pt x="541784" y="309035"/>
                  <a:pt x="540423" y="283112"/>
                </a:cubicBezTo>
                <a:cubicBezTo>
                  <a:pt x="540238" y="279276"/>
                  <a:pt x="537082" y="276306"/>
                  <a:pt x="533308" y="276306"/>
                </a:cubicBezTo>
                <a:lnTo>
                  <a:pt x="393361" y="276306"/>
                </a:lnTo>
                <a:cubicBezTo>
                  <a:pt x="383215" y="276306"/>
                  <a:pt x="374986" y="268078"/>
                  <a:pt x="374986" y="257931"/>
                </a:cubicBezTo>
                <a:lnTo>
                  <a:pt x="374986" y="18251"/>
                </a:lnTo>
                <a:cubicBezTo>
                  <a:pt x="374986" y="8167"/>
                  <a:pt x="383153" y="0"/>
                  <a:pt x="393237" y="0"/>
                </a:cubicBezTo>
                <a:close/>
                <a:moveTo>
                  <a:pt x="58466" y="0"/>
                </a:moveTo>
                <a:lnTo>
                  <a:pt x="281070" y="0"/>
                </a:lnTo>
                <a:cubicBezTo>
                  <a:pt x="291216" y="0"/>
                  <a:pt x="299445" y="8229"/>
                  <a:pt x="299445" y="18375"/>
                </a:cubicBezTo>
                <a:lnTo>
                  <a:pt x="299445" y="221738"/>
                </a:lnTo>
                <a:cubicBezTo>
                  <a:pt x="299445" y="328152"/>
                  <a:pt x="273708" y="411490"/>
                  <a:pt x="222233" y="471750"/>
                </a:cubicBezTo>
                <a:cubicBezTo>
                  <a:pt x="173171" y="529102"/>
                  <a:pt x="105239" y="567770"/>
                  <a:pt x="18375" y="587630"/>
                </a:cubicBezTo>
                <a:cubicBezTo>
                  <a:pt x="11631" y="589177"/>
                  <a:pt x="5259" y="584042"/>
                  <a:pt x="5259" y="577174"/>
                </a:cubicBezTo>
                <a:lnTo>
                  <a:pt x="5259" y="489011"/>
                </a:lnTo>
                <a:cubicBezTo>
                  <a:pt x="5259" y="484433"/>
                  <a:pt x="8167" y="480288"/>
                  <a:pt x="12497" y="478865"/>
                </a:cubicBezTo>
                <a:cubicBezTo>
                  <a:pt x="79254" y="456778"/>
                  <a:pt x="124480" y="418295"/>
                  <a:pt x="148114" y="363541"/>
                </a:cubicBezTo>
                <a:cubicBezTo>
                  <a:pt x="160983" y="335824"/>
                  <a:pt x="166798" y="309035"/>
                  <a:pt x="165437" y="283112"/>
                </a:cubicBezTo>
                <a:cubicBezTo>
                  <a:pt x="165252" y="279276"/>
                  <a:pt x="162096" y="276306"/>
                  <a:pt x="158322" y="276306"/>
                </a:cubicBezTo>
                <a:lnTo>
                  <a:pt x="18375" y="276306"/>
                </a:lnTo>
                <a:cubicBezTo>
                  <a:pt x="8229" y="276306"/>
                  <a:pt x="0" y="268078"/>
                  <a:pt x="0" y="257931"/>
                </a:cubicBezTo>
                <a:lnTo>
                  <a:pt x="0" y="58466"/>
                </a:lnTo>
                <a:cubicBezTo>
                  <a:pt x="0" y="26171"/>
                  <a:pt x="26171" y="0"/>
                  <a:pt x="58466" y="0"/>
                </a:cubicBezTo>
                <a:close/>
              </a:path>
            </a:pathLst>
          </a:custGeom>
          <a:solidFill>
            <a:schemeClr val="tx1"/>
          </a:solidFill>
          <a:ln w="611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B8F6EDE-3287-C98A-2287-E97E9546E9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5931" y="4963876"/>
            <a:ext cx="270648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9032936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eensho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E7235-22DD-1125-FF85-028A2E641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6359434" cy="55399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65C022-5A4E-84F5-B51B-1431B6A0AE21}"/>
              </a:ext>
            </a:extLst>
          </p:cNvPr>
          <p:cNvSpPr/>
          <p:nvPr/>
        </p:nvSpPr>
        <p:spPr bwMode="auto">
          <a:xfrm>
            <a:off x="7228114" y="292100"/>
            <a:ext cx="4659086" cy="6272213"/>
          </a:xfrm>
          <a:prstGeom prst="rect">
            <a:avLst/>
          </a:prstGeom>
          <a:gradFill>
            <a:gsLst>
              <a:gs pos="0">
                <a:srgbClr val="FFB3BB"/>
              </a:gs>
              <a:gs pos="100000">
                <a:srgbClr val="FFB900"/>
              </a:gs>
            </a:gsLst>
            <a:lin ang="8100000" scaled="1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5068233-F46E-B659-0799-22A45E3DA22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76380" y="1866864"/>
            <a:ext cx="5544120" cy="3124272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effectLst>
            <a:outerShdw blurRad="241300" dist="304800" dir="2700000" sx="101000" sy="101000" algn="ctr" rotWithShape="0">
              <a:srgbClr val="000000">
                <a:alpha val="17000"/>
              </a:srgbClr>
            </a:outerShdw>
          </a:effectLst>
        </p:spPr>
        <p:txBody>
          <a:bodyPr lIns="731520" rIns="731520" bIns="1097280"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&amp; drop your photo here or click or tap icon below to insert</a:t>
            </a:r>
          </a:p>
        </p:txBody>
      </p: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1020F17E-67BE-FC02-AF7B-709A3923C23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932234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eensho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565C022-5A4E-84F5-B51B-1431B6A0AE21}"/>
              </a:ext>
            </a:extLst>
          </p:cNvPr>
          <p:cNvSpPr/>
          <p:nvPr/>
        </p:nvSpPr>
        <p:spPr bwMode="auto">
          <a:xfrm>
            <a:off x="304800" y="292100"/>
            <a:ext cx="11582400" cy="6272213"/>
          </a:xfrm>
          <a:prstGeom prst="rect">
            <a:avLst/>
          </a:prstGeom>
          <a:gradFill>
            <a:gsLst>
              <a:gs pos="64000">
                <a:srgbClr val="0D82CB"/>
              </a:gs>
              <a:gs pos="0">
                <a:srgbClr val="7FDE7B"/>
              </a:gs>
            </a:gsLst>
            <a:lin ang="8100000" scaled="1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3E7235-22DD-1125-FF85-028A2E641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896801"/>
            <a:ext cx="3590037" cy="1661993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5068233-F46E-B659-0799-22A45E3DA22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61762" y="1490647"/>
            <a:ext cx="6879337" cy="3876706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effectLst>
            <a:outerShdw blurRad="241300" dist="304800" dir="2700000" sx="101000" sy="101000" algn="ctr" rotWithShape="0">
              <a:srgbClr val="000000">
                <a:alpha val="17000"/>
              </a:srgbClr>
            </a:outerShdw>
          </a:effectLst>
        </p:spPr>
        <p:txBody>
          <a:bodyPr lIns="1097280" rIns="1097280" bIns="1097280"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photo here or click or tap icon 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6639293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slide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B0FE6-6EE4-72F6-EE0C-E481F72F7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4910837" cy="11079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EC160D-0F95-E237-7287-43174DA4A3F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1" y="1816100"/>
            <a:ext cx="4910838" cy="20436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3" name="Picture Placeholder 15">
            <a:extLst>
              <a:ext uri="{FF2B5EF4-FFF2-40B4-BE49-F238E27FC236}">
                <a16:creationId xmlns:a16="http://schemas.microsoft.com/office/drawing/2014/main" id="{90C592A4-DBC6-A7A9-63D9-5020A47499F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blipFill>
            <a:blip r:embed="rId2"/>
            <a:stretch>
              <a:fillRect/>
            </a:stretch>
          </a:blipFill>
          <a:effectLst/>
        </p:spPr>
        <p:txBody>
          <a:bodyPr lIns="1097280" rIns="1097280" bIns="1097280"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&amp; drop your photo here or click or tap icon 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7489036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B0FE6-6EE4-72F6-EE0C-E481F72F7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4910837" cy="110799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EC160D-0F95-E237-7287-43174DA4A3F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1" y="1816100"/>
            <a:ext cx="4910838" cy="16127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6" name="Picture Placeholder 15">
            <a:extLst>
              <a:ext uri="{FF2B5EF4-FFF2-40B4-BE49-F238E27FC236}">
                <a16:creationId xmlns:a16="http://schemas.microsoft.com/office/drawing/2014/main" id="{830D09FD-2495-FD73-64EA-14E484039EF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blipFill>
            <a:blip r:embed="rId2"/>
            <a:stretch>
              <a:fillRect/>
            </a:stretch>
          </a:blipFill>
          <a:effectLst/>
        </p:spPr>
        <p:txBody>
          <a:bodyPr lIns="1097280" rIns="1097280" bIns="1097280"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photo here or click or tap icon 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4168586858"/>
      </p:ext>
    </p:extLst>
  </p:cSld>
  <p:clrMapOvr>
    <a:masterClrMapping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655B182-C5FF-81E8-8156-470DF32495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200" y="2798286"/>
            <a:ext cx="4663440" cy="738664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800" spc="-50" baseline="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BC71D650-3B87-D82E-F786-ADD5DDCE4C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4199" y="4847464"/>
            <a:ext cx="3898901" cy="246221"/>
          </a:xfrm>
          <a:noFill/>
        </p:spPr>
        <p:txBody>
          <a:bodyPr wrap="square" lIns="0" tIns="0" rIns="0" bIns="0"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5A3663-712F-A49D-172F-24B8615113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199" y="5106140"/>
            <a:ext cx="3898901" cy="1846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2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Contact information</a:t>
            </a:r>
          </a:p>
        </p:txBody>
      </p:sp>
      <p:pic>
        <p:nvPicPr>
          <p:cNvPr id="8" name="MS logo gray - EMF" descr="Microsoft logo, gray text version">
            <a:extLst>
              <a:ext uri="{FF2B5EF4-FFF2-40B4-BE49-F238E27FC236}">
                <a16:creationId xmlns:a16="http://schemas.microsoft.com/office/drawing/2014/main" id="{4B828D67-4891-FD7F-4AA2-E9E4A65251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993208"/>
      </p:ext>
    </p:extLst>
  </p:cSld>
  <p:clrMapOvr>
    <a:masterClrMapping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ank you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655B182-C5FF-81E8-8156-470DF32495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200" y="2798286"/>
            <a:ext cx="4663440" cy="738664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800" spc="-50" baseline="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BC71D650-3B87-D82E-F786-ADD5DDCE4C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4199" y="4847464"/>
            <a:ext cx="3898901" cy="246221"/>
          </a:xfrm>
          <a:noFill/>
        </p:spPr>
        <p:txBody>
          <a:bodyPr wrap="square" lIns="0" tIns="0" rIns="0" bIns="0"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5A3663-712F-A49D-172F-24B8615113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199" y="5106140"/>
            <a:ext cx="3898901" cy="1846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2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Contact information</a:t>
            </a:r>
          </a:p>
        </p:txBody>
      </p:sp>
      <p:pic>
        <p:nvPicPr>
          <p:cNvPr id="8" name="MS logo gray - EMF" descr="Microsoft logo, gray text version">
            <a:extLst>
              <a:ext uri="{FF2B5EF4-FFF2-40B4-BE49-F238E27FC236}">
                <a16:creationId xmlns:a16="http://schemas.microsoft.com/office/drawing/2014/main" id="{4B828D67-4891-FD7F-4AA2-E9E4A65251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411529"/>
      </p:ext>
    </p:extLst>
  </p:cSld>
  <p:clrMapOvr>
    <a:masterClrMapping/>
  </p:clrMapOvr>
  <p:transition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08832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16899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537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+mj-lt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1756456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1AE380-3F53-E692-9808-00C72E56FE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BF998EB-668F-3F25-6D1B-BA299D2051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47C967-ECCA-41AE-6674-64E570536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230C7-5423-43F0-AE08-EE409515EA12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341A00-D236-8069-F329-97CA85365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2BFEA8-F1E5-1CFF-7A7A-E5508A41E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834EC-8B3F-46D7-B2EA-DA52255AF1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765571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26" Type="http://schemas.openxmlformats.org/officeDocument/2006/relationships/slideLayout" Target="../slideLayouts/slideLayout26.xml" />
  <Relationship Id="rId21" Type="http://schemas.openxmlformats.org/officeDocument/2006/relationships/slideLayout" Target="../slideLayouts/slideLayout21.xml" />
  <Relationship Id="rId42" Type="http://schemas.openxmlformats.org/officeDocument/2006/relationships/slideLayout" Target="../slideLayouts/slideLayout42.xml" />
  <Relationship Id="rId47" Type="http://schemas.openxmlformats.org/officeDocument/2006/relationships/slideLayout" Target="../slideLayouts/slideLayout47.xml" />
  <Relationship Id="rId63" Type="http://schemas.openxmlformats.org/officeDocument/2006/relationships/slideLayout" Target="../slideLayouts/slideLayout63.xml" />
  <Relationship Id="rId68" Type="http://schemas.openxmlformats.org/officeDocument/2006/relationships/slideLayout" Target="../slideLayouts/slideLayout68.xml" />
  <Relationship Id="rId2" Type="http://schemas.openxmlformats.org/officeDocument/2006/relationships/slideLayout" Target="../slideLayouts/slideLayout2.xml" />
  <Relationship Id="rId16" Type="http://schemas.openxmlformats.org/officeDocument/2006/relationships/slideLayout" Target="../slideLayouts/slideLayout16.xml" />
  <Relationship Id="rId29" Type="http://schemas.openxmlformats.org/officeDocument/2006/relationships/slideLayout" Target="../slideLayouts/slideLayout29.xml" />
  <Relationship Id="rId11" Type="http://schemas.openxmlformats.org/officeDocument/2006/relationships/slideLayout" Target="../slideLayouts/slideLayout11.xml" />
  <Relationship Id="rId24" Type="http://schemas.openxmlformats.org/officeDocument/2006/relationships/slideLayout" Target="../slideLayouts/slideLayout24.xml" />
  <Relationship Id="rId32" Type="http://schemas.openxmlformats.org/officeDocument/2006/relationships/slideLayout" Target="../slideLayouts/slideLayout32.xml" />
  <Relationship Id="rId37" Type="http://schemas.openxmlformats.org/officeDocument/2006/relationships/slideLayout" Target="../slideLayouts/slideLayout37.xml" />
  <Relationship Id="rId40" Type="http://schemas.openxmlformats.org/officeDocument/2006/relationships/slideLayout" Target="../slideLayouts/slideLayout40.xml" />
  <Relationship Id="rId45" Type="http://schemas.openxmlformats.org/officeDocument/2006/relationships/slideLayout" Target="../slideLayouts/slideLayout45.xml" />
  <Relationship Id="rId53" Type="http://schemas.openxmlformats.org/officeDocument/2006/relationships/slideLayout" Target="../slideLayouts/slideLayout53.xml" />
  <Relationship Id="rId58" Type="http://schemas.openxmlformats.org/officeDocument/2006/relationships/slideLayout" Target="../slideLayouts/slideLayout58.xml" />
  <Relationship Id="rId66" Type="http://schemas.openxmlformats.org/officeDocument/2006/relationships/slideLayout" Target="../slideLayouts/slideLayout66.xml" />
  <Relationship Id="rId74" Type="http://schemas.openxmlformats.org/officeDocument/2006/relationships/image" Target="../media/image1.svg" />
  <Relationship Id="rId5" Type="http://schemas.openxmlformats.org/officeDocument/2006/relationships/slideLayout" Target="../slideLayouts/slideLayout5.xml" />
  <Relationship Id="rId61" Type="http://schemas.openxmlformats.org/officeDocument/2006/relationships/slideLayout" Target="../slideLayouts/slideLayout61.xml" />
  <Relationship Id="rId19" Type="http://schemas.openxmlformats.org/officeDocument/2006/relationships/slideLayout" Target="../slideLayouts/slideLayout19.xml" />
  <Relationship Id="rId14" Type="http://schemas.openxmlformats.org/officeDocument/2006/relationships/slideLayout" Target="../slideLayouts/slideLayout14.xml" />
  <Relationship Id="rId22" Type="http://schemas.openxmlformats.org/officeDocument/2006/relationships/slideLayout" Target="../slideLayouts/slideLayout22.xml" />
  <Relationship Id="rId27" Type="http://schemas.openxmlformats.org/officeDocument/2006/relationships/slideLayout" Target="../slideLayouts/slideLayout27.xml" />
  <Relationship Id="rId30" Type="http://schemas.openxmlformats.org/officeDocument/2006/relationships/slideLayout" Target="../slideLayouts/slideLayout30.xml" />
  <Relationship Id="rId35" Type="http://schemas.openxmlformats.org/officeDocument/2006/relationships/slideLayout" Target="../slideLayouts/slideLayout35.xml" />
  <Relationship Id="rId43" Type="http://schemas.openxmlformats.org/officeDocument/2006/relationships/slideLayout" Target="../slideLayouts/slideLayout43.xml" />
  <Relationship Id="rId48" Type="http://schemas.openxmlformats.org/officeDocument/2006/relationships/slideLayout" Target="../slideLayouts/slideLayout48.xml" />
  <Relationship Id="rId56" Type="http://schemas.openxmlformats.org/officeDocument/2006/relationships/slideLayout" Target="../slideLayouts/slideLayout56.xml" />
  <Relationship Id="rId64" Type="http://schemas.openxmlformats.org/officeDocument/2006/relationships/slideLayout" Target="../slideLayouts/slideLayout64.xml" />
  <Relationship Id="rId69" Type="http://schemas.openxmlformats.org/officeDocument/2006/relationships/slideLayout" Target="../slideLayouts/slideLayout69.xml" />
  <Relationship Id="rId8" Type="http://schemas.openxmlformats.org/officeDocument/2006/relationships/slideLayout" Target="../slideLayouts/slideLayout8.xml" />
  <Relationship Id="rId51" Type="http://schemas.openxmlformats.org/officeDocument/2006/relationships/slideLayout" Target="../slideLayouts/slideLayout51.xml" />
  <Relationship Id="rId72" Type="http://schemas.openxmlformats.org/officeDocument/2006/relationships/slideLayout" Target="../slideLayouts/slideLayout72.xml" />
  <Relationship Id="rId3" Type="http://schemas.openxmlformats.org/officeDocument/2006/relationships/slideLayout" Target="../slideLayouts/slideLayout3.xml" />
  <Relationship Id="rId12" Type="http://schemas.openxmlformats.org/officeDocument/2006/relationships/slideLayout" Target="../slideLayouts/slideLayout12.xml" />
  <Relationship Id="rId17" Type="http://schemas.openxmlformats.org/officeDocument/2006/relationships/slideLayout" Target="../slideLayouts/slideLayout17.xml" />
  <Relationship Id="rId25" Type="http://schemas.openxmlformats.org/officeDocument/2006/relationships/slideLayout" Target="../slideLayouts/slideLayout25.xml" />
  <Relationship Id="rId33" Type="http://schemas.openxmlformats.org/officeDocument/2006/relationships/slideLayout" Target="../slideLayouts/slideLayout33.xml" />
  <Relationship Id="rId38" Type="http://schemas.openxmlformats.org/officeDocument/2006/relationships/slideLayout" Target="../slideLayouts/slideLayout38.xml" />
  <Relationship Id="rId46" Type="http://schemas.openxmlformats.org/officeDocument/2006/relationships/slideLayout" Target="../slideLayouts/slideLayout46.xml" />
  <Relationship Id="rId59" Type="http://schemas.openxmlformats.org/officeDocument/2006/relationships/slideLayout" Target="../slideLayouts/slideLayout59.xml" />
  <Relationship Id="rId67" Type="http://schemas.openxmlformats.org/officeDocument/2006/relationships/slideLayout" Target="../slideLayouts/slideLayout67.xml" />
  <Relationship Id="rId20" Type="http://schemas.openxmlformats.org/officeDocument/2006/relationships/slideLayout" Target="../slideLayouts/slideLayout20.xml" />
  <Relationship Id="rId41" Type="http://schemas.openxmlformats.org/officeDocument/2006/relationships/slideLayout" Target="../slideLayouts/slideLayout41.xml" />
  <Relationship Id="rId54" Type="http://schemas.openxmlformats.org/officeDocument/2006/relationships/slideLayout" Target="../slideLayouts/slideLayout54.xml" />
  <Relationship Id="rId62" Type="http://schemas.openxmlformats.org/officeDocument/2006/relationships/slideLayout" Target="../slideLayouts/slideLayout62.xml" />
  <Relationship Id="rId70" Type="http://schemas.openxmlformats.org/officeDocument/2006/relationships/slideLayout" Target="../slideLayouts/slideLayout70.xml" />
  <Relationship Id="rId1" Type="http://schemas.openxmlformats.org/officeDocument/2006/relationships/slideLayout" Target="../slideLayouts/slideLayout1.xml" />
  <Relationship Id="rId6" Type="http://schemas.openxmlformats.org/officeDocument/2006/relationships/slideLayout" Target="../slideLayouts/slideLayout6.xml" />
  <Relationship Id="rId15" Type="http://schemas.openxmlformats.org/officeDocument/2006/relationships/slideLayout" Target="../slideLayouts/slideLayout15.xml" />
  <Relationship Id="rId23" Type="http://schemas.openxmlformats.org/officeDocument/2006/relationships/slideLayout" Target="../slideLayouts/slideLayout23.xml" />
  <Relationship Id="rId28" Type="http://schemas.openxmlformats.org/officeDocument/2006/relationships/slideLayout" Target="../slideLayouts/slideLayout28.xml" />
  <Relationship Id="rId36" Type="http://schemas.openxmlformats.org/officeDocument/2006/relationships/slideLayout" Target="../slideLayouts/slideLayout36.xml" />
  <Relationship Id="rId49" Type="http://schemas.openxmlformats.org/officeDocument/2006/relationships/slideLayout" Target="../slideLayouts/slideLayout49.xml" />
  <Relationship Id="rId57" Type="http://schemas.openxmlformats.org/officeDocument/2006/relationships/slideLayout" Target="../slideLayouts/slideLayout57.xml" />
  <Relationship Id="rId10" Type="http://schemas.openxmlformats.org/officeDocument/2006/relationships/slideLayout" Target="../slideLayouts/slideLayout10.xml" />
  <Relationship Id="rId31" Type="http://schemas.openxmlformats.org/officeDocument/2006/relationships/slideLayout" Target="../slideLayouts/slideLayout31.xml" />
  <Relationship Id="rId44" Type="http://schemas.openxmlformats.org/officeDocument/2006/relationships/slideLayout" Target="../slideLayouts/slideLayout44.xml" />
  <Relationship Id="rId52" Type="http://schemas.openxmlformats.org/officeDocument/2006/relationships/slideLayout" Target="../slideLayouts/slideLayout52.xml" />
  <Relationship Id="rId60" Type="http://schemas.openxmlformats.org/officeDocument/2006/relationships/slideLayout" Target="../slideLayouts/slideLayout60.xml" />
  <Relationship Id="rId65" Type="http://schemas.openxmlformats.org/officeDocument/2006/relationships/slideLayout" Target="../slideLayouts/slideLayout65.xml" />
  <Relationship Id="rId73" Type="http://schemas.openxmlformats.org/officeDocument/2006/relationships/theme" Target="../theme/theme1.xml" />
  <Relationship Id="rId4" Type="http://schemas.openxmlformats.org/officeDocument/2006/relationships/slideLayout" Target="../slideLayouts/slideLayout4.xml" />
  <Relationship Id="rId9" Type="http://schemas.openxmlformats.org/officeDocument/2006/relationships/slideLayout" Target="../slideLayouts/slideLayout9.xml" />
  <Relationship Id="rId13" Type="http://schemas.openxmlformats.org/officeDocument/2006/relationships/slideLayout" Target="../slideLayouts/slideLayout13.xml" />
  <Relationship Id="rId18" Type="http://schemas.openxmlformats.org/officeDocument/2006/relationships/slideLayout" Target="../slideLayouts/slideLayout18.xml" />
  <Relationship Id="rId39" Type="http://schemas.openxmlformats.org/officeDocument/2006/relationships/slideLayout" Target="../slideLayouts/slideLayout39.xml" />
  <Relationship Id="rId34" Type="http://schemas.openxmlformats.org/officeDocument/2006/relationships/slideLayout" Target="../slideLayouts/slideLayout34.xml" />
  <Relationship Id="rId50" Type="http://schemas.openxmlformats.org/officeDocument/2006/relationships/slideLayout" Target="../slideLayouts/slideLayout50.xml" />
  <Relationship Id="rId55" Type="http://schemas.openxmlformats.org/officeDocument/2006/relationships/slideLayout" Target="../slideLayouts/slideLayout55.xml" />
  <Relationship Id="rId7" Type="http://schemas.openxmlformats.org/officeDocument/2006/relationships/slideLayout" Target="../slideLayouts/slideLayout7.xml" />
  <Relationship Id="rId71" Type="http://schemas.openxmlformats.org/officeDocument/2006/relationships/slideLayout" Target="../slideLayouts/slideLayout71.xml" 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346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</p:sldLayoutIdLst>
  <p:transition>
    <p:fade/>
  </p:transition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kumimoji="1" lang="en-US" sz="3600" b="0" kern="1200" cap="none" spc="-50" baseline="0" dirty="0" smtClean="0">
          <a:ln w="3175">
            <a:noFill/>
          </a:ln>
          <a:solidFill>
            <a:schemeClr val="tx2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kumimoji="1"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kumimoji="1"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kumimoji="1"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kumimoji="1"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kumimoji="1"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0">
          <p15:clr>
            <a:srgbClr val="C35EA4"/>
          </p15:clr>
        </p15:guide>
        <p15:guide id="17" pos="7320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92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88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
  <Relationship Id="rId1"
    Type="http://schemas.openxmlformats.org/officeDocument/2006/relationships/slideLayout"
    Target="../slideLayouts/slideLayout3.xml"/>
</Relationships>
</file>

<file path=ppt/slides/_rels/slide2.xml.rels><?xml version="1.0" encoding="UTF-8" standalone="yes"?>
<Relationships xmlns="http://schemas.openxmlformats.org/package/2006/relationships">
  <Relationship Id="rId1"
    Type="http://schemas.openxmlformats.org/officeDocument/2006/relationships/slideLayout"
    Target="../slideLayouts/slideLayout13.xml"/>
</Relationships>
</file>

<file path=ppt/slides/_rels/slide3.xml.rels><?xml version="1.0" encoding="UTF-8" standalone="yes"?>
<Relationships xmlns="http://schemas.openxmlformats.org/package/2006/relationships">
  <Relationship Id="rId1"
    Type="http://schemas.openxmlformats.org/officeDocument/2006/relationships/slideLayout"
    Target="../slideLayouts/slideLayout13.xml"/>
</Relationships>
</file>

<file path=ppt/slides/_rels/slide4.xml.rels><?xml version="1.0" encoding="UTF-8" standalone="yes"?>
<Relationships xmlns="http://schemas.openxmlformats.org/package/2006/relationships">
  <Relationship Id="rId1"
    Type="http://schemas.openxmlformats.org/officeDocument/2006/relationships/slideLayout"
    Target="../slideLayouts/slideLayout51.xml"/>
</Relationships>
</file>

<file path=ppt/slides/_rels/slide5.xml.rels><?xml version="1.0" encoding="UTF-8" standalone="yes"?>
<Relationships xmlns="http://schemas.openxmlformats.org/package/2006/relationships">
  <Relationship Id="rId1"
    Type="http://schemas.openxmlformats.org/officeDocument/2006/relationships/slideLayout"
    Target="../slideLayouts/slideLayout15.xml"/>
</Relationships>
</file>

<file path=ppt/slides/_rels/slide6.xml.rels><?xml version="1.0" encoding="UTF-8" standalone="yes"?>
<Relationships xmlns="http://schemas.openxmlformats.org/package/2006/relationships">
  <Relationship Id="rId1"
    Type="http://schemas.openxmlformats.org/officeDocument/2006/relationships/slideLayout"
    Target="../slideLayouts/slideLayout13.xml"/>
</Relationships>
</file>

<file path=ppt/slides/_rels/slide7.xml.rels><?xml version="1.0" encoding="UTF-8" standalone="yes"?>
<Relationships xmlns="http://schemas.openxmlformats.org/package/2006/relationships">
  <Relationship Id="rId1"
    Type="http://schemas.openxmlformats.org/officeDocument/2006/relationships/slideLayout"
    Target="../slideLayouts/slideLayout13.xml"/>
</Relationships>
</file>

<file path=ppt/slides/_rels/slide8.xml.rels><?xml version="1.0" encoding="UTF-8" standalone="yes"?>
<Relationships xmlns="http://schemas.openxmlformats.org/package/2006/relationships">
  <Relationship Id="rId1"
    Type="http://schemas.openxmlformats.org/officeDocument/2006/relationships/slideLayout"
    Target="../slideLayouts/slideLayout51.xml"/>
</Relationships>
</file>

<file path=ppt/slides/_rels/slide9.xml.rels><?xml version="1.0" encoding="UTF-8" standalone="yes"?>
<Relationships xmlns="http://schemas.openxmlformats.org/package/2006/relationships">
  <Relationship Id="rId1"
    Type="http://schemas.openxmlformats.org/officeDocument/2006/relationships/slideLayout"
    Target="../slideLayouts/slideLayout45.xml"/>
</Relationships>
</file>

<file path=ppt/slides/_rels/slide10.xml.rels><?xml version="1.0" encoding="UTF-8" standalone="yes"?>
<Relationships xmlns="http://schemas.openxmlformats.org/package/2006/relationships">
  <Relationship Id="rId1"
    Type="http://schemas.openxmlformats.org/officeDocument/2006/relationships/slideLayout"
    Target="../slideLayouts/slideLayout45.xml"/>
</Relationships>
</file>

<file path=ppt/slides/_rels/slide11.xml.rels><?xml version="1.0" encoding="UTF-8" standalone="yes"?>
<Relationships xmlns="http://schemas.openxmlformats.org/package/2006/relationships">
  <Relationship Id="rId1"
    Type="http://schemas.openxmlformats.org/officeDocument/2006/relationships/slideLayout"
    Target="../slideLayouts/slideLayout13.xml"/>
</Relationships>
</file>

<file path=ppt/slides/_rels/slide12.xml.rels><?xml version="1.0" encoding="UTF-8" standalone="yes"?>
<Relationships xmlns="http://schemas.openxmlformats.org/package/2006/relationships">
  <Relationship Id="rId1"
    Type="http://schemas.openxmlformats.org/officeDocument/2006/relationships/slideLayout"
    Target="../slideLayouts/slideLayout13.xml"/>
</Relationships>
</file>

<file path=ppt/slides/_rels/slide13.xml.rels><?xml version="1.0" encoding="UTF-8" standalone="yes"?>
<Relationships xmlns="http://schemas.openxmlformats.org/package/2006/relationships">
  <Relationship Id="rId1"
    Type="http://schemas.openxmlformats.org/officeDocument/2006/relationships/slideLayout"
    Target="../slideLayouts/slideLayout13.xml"/>
</Relationships>
</file>

<file path=ppt/slides/_rels/slide14.xml.rels><?xml version="1.0" encoding="UTF-8" standalone="yes"?>
<Relationships xmlns="http://schemas.openxmlformats.org/package/2006/relationships">
  <Relationship Id="rId1"
    Type="http://schemas.openxmlformats.org/officeDocument/2006/relationships/slideLayout"
    Target="../slideLayouts/slideLayout13.xml"/>
</Relationships>
</file>

<file path=ppt/slides/_rels/slide15.xml.rels><?xml version="1.0" encoding="UTF-8" standalone="yes"?>
<Relationships xmlns="http://schemas.openxmlformats.org/package/2006/relationships">
  <Relationship Id="rId1"
    Type="http://schemas.openxmlformats.org/officeDocument/2006/relationships/slideLayout"
    Target="../slideLayouts/slideLayout51.xml"/>
</Relationships>
</file>

<file path=ppt/slides/_rels/slide16.xml.rels><?xml version="1.0" encoding="UTF-8" standalone="yes"?>
<Relationships xmlns="http://schemas.openxmlformats.org/package/2006/relationships">
  <Relationship Id="rId1"
    Type="http://schemas.openxmlformats.org/officeDocument/2006/relationships/slideLayout"
    Target="../slideLayouts/slideLayout13.xml"/>
</Relationships>
</file>

<file path=ppt/slides/_rels/slide17.xml.rels><?xml version="1.0" encoding="UTF-8" standalone="yes"?>
<Relationships xmlns="http://schemas.openxmlformats.org/package/2006/relationships">
  <Relationship Id="rId1"
    Type="http://schemas.openxmlformats.org/officeDocument/2006/relationships/slideLayout"
    Target="../slideLayouts/slideLayout15.xml"/>
</Relationships>
</file>

<file path=ppt/slides/_rels/slide18.xml.rels><?xml version="1.0" encoding="UTF-8" standalone="yes"?>
<Relationships xmlns="http://schemas.openxmlformats.org/package/2006/relationships">
  <Relationship Id="rId1"
    Type="http://schemas.openxmlformats.org/officeDocument/2006/relationships/slideLayout"
    Target="../slideLayouts/slideLayout50.xml"/>
</Relationships>
</file>

<file path=ppt/slides/_rels/slide19.xml.rels><?xml version="1.0" encoding="UTF-8" standalone="yes"?>
<Relationships xmlns="http://schemas.openxmlformats.org/package/2006/relationships">
  <Relationship Id="rId1"
    Type="http://schemas.openxmlformats.org/officeDocument/2006/relationships/slideLayout"
    Target="../slideLayouts/slideLayout13.xml"/>
</Relationships>
</file>

<file path=ppt/slides/_rels/slide20.xml.rels><?xml version="1.0" encoding="UTF-8" standalone="yes"?>
<Relationships xmlns="http://schemas.openxmlformats.org/package/2006/relationships">
  <Relationship Id="rId1"
    Type="http://schemas.openxmlformats.org/officeDocument/2006/relationships/slideLayout"
    Target="../slideLayouts/slideLayout6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ja-JP" dirty="0" b="1"/>
              <a:t>Durable Functions 入門</a:t>
            </a:r>
          </a:p>
        </p:txBody>
      </p:sp>
      <p:sp>
        <p:nvSpPr>
          <p:cNvPr id="3" name="Subtitle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buNone/>
            </a:pPr>
            <a:r>
              <a:rPr lang="ja-JP" sz="2400" dirty="0"/>
              <a:t>〜 Durable Agent への道</a:t>
            </a:r>
          </a:p>
          <a:p>
            <a:pPr>
              <a:buNone/>
            </a:pPr>
            <a:endParaRPr lang="ja-JP" dirty="0"/>
          </a:p>
          <a:p>
            <a:pPr>
              <a:buNone/>
            </a:pPr>
            <a:r>
              <a:rPr lang="ja-JP" sz="1800" dirty="0"/>
              <a:t>Kazuki Ota / 日本マイクロソフト</a:t>
            </a:r>
          </a:p>
          <a:p>
            <a:pPr>
              <a:buNone/>
            </a:pPr>
            <a:r>
              <a:rPr lang="ja-JP" sz="1800" dirty="0"/>
              <a:t>YonaYona Azure Club  2026.06.12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Kazuki Ota</a:t>
            </a:r>
          </a:p>
        </p:txBody>
      </p:sp>
      <p:sp>
        <p:nvSpPr>
          <p:cNvPr id="3" name="Placeholder 10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ja-JP" dirty="0"/>
              <a:t>日本マイクロソフト所属</a:t>
            </a:r>
          </a:p>
          <a:p>
            <a:pPr lvl="0"/>
            <a:r>
              <a:rPr lang="ja-JP" dirty="0"/>
              <a:t>Cloud Solution Architect</a:t>
            </a:r>
          </a:p>
          <a:p>
            <a:pPr lvl="0"/>
            <a:r>
              <a:rPr lang="ja-JP" dirty="0"/>
              <a:t>.NET / Azure / 生成 AI</a:t>
            </a:r>
          </a:p>
          <a:p>
            <a:pPr lvl="0"/>
            <a:r>
              <a:rPr lang="ja-JP" dirty="0"/>
              <a:t>X: @okazuki</a:t>
            </a:r>
          </a:p>
          <a:p>
            <a:pPr lvl="0"/>
            <a:r>
              <a:rPr lang="ja-JP" dirty="0"/>
              <a:t>Blog: blog.okazuki.jp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アジェンダ</a:t>
            </a:r>
          </a:p>
        </p:txBody>
      </p:sp>
      <p:sp>
        <p:nvSpPr>
          <p:cNvPr id="3" name="Placeholder 10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ja-JP" dirty="0"/>
              <a:t>Durable Functions とは</a:t>
            </a:r>
          </a:p>
          <a:p>
            <a:pPr lvl="0"/>
            <a:r>
              <a:rPr lang="ja-JP" dirty="0"/>
              <a:t>主要パターン</a:t>
            </a:r>
          </a:p>
          <a:p>
            <a:pPr lvl="0"/>
            <a:r>
              <a:rPr lang="ja-JP" dirty="0"/>
              <a:t>Durable Task Scheduler</a:t>
            </a:r>
          </a:p>
          <a:p>
            <a:pPr lvl="0"/>
            <a:r>
              <a:rPr lang="ja-JP" dirty="0"/>
              <a:t>Live Demo</a:t>
            </a:r>
          </a:p>
          <a:p>
            <a:pPr lvl="0"/>
            <a:r>
              <a:rPr lang="ja-JP" dirty="0"/>
              <a:t>まとめ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Durable Functions とは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Functions の課題と解決</a:t>
            </a:r>
          </a:p>
        </p:txBody>
      </p:sp>
      <p:sp>
        <p:nvSpPr>
          <p:cNvPr id="3" name="Placeholder 1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>
              <a:buNone/>
            </a:pPr>
            <a:r>
              <a:rPr lang="ja-JP" dirty="0" b="1"/>
              <a:t>普通の Functions</a:t>
            </a:r>
          </a:p>
          <a:p>
            <a:pPr>
              <a:buNone/>
            </a:pPr>
            <a:endParaRPr lang="ja-JP" dirty="0"/>
          </a:p>
          <a:p>
            <a:pPr lvl="0"/>
            <a:r>
              <a:rPr lang="ja-JP" dirty="0"/>
              <a:t>状態なし</a:t>
            </a:r>
          </a:p>
          <a:p>
            <a:pPr lvl="0"/>
            <a:r>
              <a:rPr lang="ja-JP" dirty="0"/>
              <a:t>タイムアウトあり</a:t>
            </a:r>
          </a:p>
          <a:p>
            <a:pPr lvl="0"/>
            <a:r>
              <a:rPr lang="ja-JP" dirty="0"/>
              <a:t>順序保証なし</a:t>
            </a:r>
          </a:p>
          <a:p>
            <a:pPr lvl="0"/>
            <a:r>
              <a:rPr lang="ja-JP" dirty="0"/>
              <a:t>再実行が大変</a:t>
            </a:r>
          </a:p>
        </p:txBody>
      </p:sp>
      <p:sp>
        <p:nvSpPr>
          <p:cNvPr id="4" name="Placeholder 1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buNone/>
            </a:pPr>
            <a:r>
              <a:rPr lang="ja-JP" dirty="0" b="1"/>
              <a:t>Durable Functions</a:t>
            </a:r>
          </a:p>
          <a:p>
            <a:pPr>
              <a:buNone/>
            </a:pPr>
            <a:endParaRPr lang="ja-JP" dirty="0"/>
          </a:p>
          <a:p>
            <a:pPr lvl="0"/>
            <a:r>
              <a:rPr lang="ja-JP" dirty="0"/>
              <a:t>ステート永続化</a:t>
            </a:r>
          </a:p>
          <a:p>
            <a:pPr lvl="0"/>
            <a:r>
              <a:rPr lang="ja-JP" dirty="0"/>
              <a:t>長時間 OK</a:t>
            </a:r>
          </a:p>
          <a:p>
            <a:pPr lvl="0"/>
            <a:r>
              <a:rPr lang="ja-JP" dirty="0"/>
              <a:t>順序保証</a:t>
            </a:r>
          </a:p>
          <a:p>
            <a:pPr lvl="0"/>
            <a:r>
              <a:rPr lang="ja-JP" dirty="0"/>
              <a:t>自動再開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アーキテクチャ</a:t>
            </a:r>
          </a:p>
        </p:txBody>
      </p:sp>
      <p:sp>
        <p:nvSpPr>
          <p:cNvPr id="3" name="Placeholder 10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ja-JP" dirty="0"/>
              <a:t>オーケストレーター — 流れを書く</a:t>
            </a:r>
          </a:p>
          <a:p>
            <a:pPr lvl="0"/>
            <a:r>
              <a:rPr lang="ja-JP" dirty="0"/>
              <a:t>アクティビティ — 実処理</a:t>
            </a:r>
          </a:p>
          <a:p>
            <a:pPr lvl="0"/>
            <a:r>
              <a:rPr lang="ja-JP" dirty="0"/>
              <a:t>バックエンド — 履歴を保存</a:t>
            </a:r>
          </a:p>
          <a:p>
            <a:pPr lvl="0"/>
            <a:r>
              <a:rPr lang="ja-JP" dirty="0"/>
              <a:t>クライアント — 外から起動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Event Sourcing で耐久性</a:t>
            </a:r>
          </a:p>
        </p:txBody>
      </p:sp>
      <p:sp>
        <p:nvSpPr>
          <p:cNvPr id="3" name="Placeholder 10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ja-JP" dirty="0" b="1"/>
              <a:t>履歴を全部記録</a:t>
            </a:r>
          </a:p>
          <a:p>
            <a:pPr lvl="0"/>
            <a:r>
              <a:rPr lang="ja-JP" dirty="0" b="1"/>
              <a:t>落ちても replay で再開</a:t>
            </a:r>
          </a:p>
          <a:p>
            <a:pPr lvl="0"/>
            <a:r>
              <a:rPr lang="ja-JP" dirty="0" b="1"/>
              <a:t>ステートマシン不要</a:t>
            </a:r>
          </a:p>
          <a:p>
            <a:pPr lvl="0"/>
            <a:r>
              <a:rPr lang="ja-JP" dirty="0" b="1"/>
              <a:t>数日・数か月の処理 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主要パターン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Function Chaining</a:t>
            </a:r>
          </a:p>
        </p:txBody>
      </p:sp>
      <p:sp>
        <p:nvSpPr>
          <p:cNvPr id="3" name="Placeholder 1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buNone/>
            </a:pPr>
            <a:r>
              <a:rPr lang="ja-JP" dirty="0"/>
              <a:t>関数を順番に呼ぶ</a:t>
            </a:r>
          </a:p>
        </p:txBody>
      </p:sp>
      <p:sp>
        <p:nvSpPr>
          <p:cNvPr id="4" name="Placeholder 10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[Function(nameof(OrderOrchestrator))]</a:t>
            </a:r>
          </a:p>
          <a:p>
            <a:pPr>
              <a:buNone/>
            </a:pPr>
            <a:r>
              <a:rPr lang="en-US" dirty="0"/>
              <a:t>public static async Task&lt;string&gt; Run(</a:t>
            </a:r>
          </a:p>
          <a:p>
            <a:pPr>
              <a:buNone/>
            </a:pPr>
            <a:r>
              <a:rPr lang="en-US" dirty="0"/>
              <a:t>    [OrchestrationTrigger] TaskOrchestrationContext ctx) {</a:t>
            </a:r>
          </a:p>
          <a:p>
            <a:pPr>
              <a:buNone/>
            </a:pPr>
            <a:r>
              <a:rPr lang="en-US" dirty="0"/>
              <a:t>    var order  = await ctx.CallActivityAsync&lt;Order&gt;(</a:t>
            </a:r>
          </a:p>
          <a:p>
            <a:pPr>
              <a:buNone/>
            </a:pPr>
            <a:r>
              <a:rPr lang="en-US" dirty="0"/>
              <a:t>                     nameof(ReceiveOrder));</a:t>
            </a:r>
          </a:p>
          <a:p>
            <a:pPr>
              <a:buNone/>
            </a:pPr>
            <a:r>
              <a:rPr lang="en-US" dirty="0"/>
              <a:t>    var paid   = await ctx.CallActivityAsync&lt;bool&gt;(</a:t>
            </a:r>
          </a:p>
          <a:p>
            <a:pPr>
              <a:buNone/>
            </a:pPr>
            <a:r>
              <a:rPr lang="en-US" dirty="0"/>
              <a:t>                     nameof(ChargePayment), order);</a:t>
            </a:r>
          </a:p>
          <a:p>
            <a:pPr>
              <a:buNone/>
            </a:pPr>
            <a:r>
              <a:rPr lang="en-US" dirty="0"/>
              <a:t>    var result = await ctx.CallActivityAsync&lt;string&gt;(</a:t>
            </a:r>
          </a:p>
          <a:p>
            <a:pPr>
              <a:buNone/>
            </a:pPr>
            <a:r>
              <a:rPr lang="en-US" dirty="0"/>
              <a:t>                     nameof(ShipOrder), order);</a:t>
            </a:r>
          </a:p>
          <a:p>
            <a:pPr>
              <a:buNone/>
            </a:pPr>
            <a:r>
              <a:rPr lang="en-US" dirty="0"/>
              <a:t>    return result;</a:t>
            </a:r>
          </a:p>
          <a:p>
            <a:pPr>
              <a:buNone/>
            </a:pPr>
            <a:r>
              <a:rPr lang="en-US" dirty="0"/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Fan-out / Fan-in</a:t>
            </a:r>
          </a:p>
        </p:txBody>
      </p:sp>
      <p:sp>
        <p:nvSpPr>
          <p:cNvPr id="3" name="Placeholder 1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buNone/>
            </a:pPr>
            <a:r>
              <a:rPr lang="ja-JP" dirty="0"/>
              <a:t>並列実行 → 集約</a:t>
            </a:r>
          </a:p>
        </p:txBody>
      </p:sp>
      <p:sp>
        <p:nvSpPr>
          <p:cNvPr id="4" name="Placeholder 10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[Function(nameof(BatchOrchestrator))]</a:t>
            </a:r>
          </a:p>
          <a:p>
            <a:pPr>
              <a:buNone/>
            </a:pPr>
            <a:r>
              <a:rPr lang="en-US" dirty="0"/>
              <a:t>public static async Task&lt;int&gt; Run(</a:t>
            </a:r>
          </a:p>
          <a:p>
            <a:pPr>
              <a:buNone/>
            </a:pPr>
            <a:r>
              <a:rPr lang="en-US" dirty="0"/>
              <a:t>    [OrchestrationTrigger] TaskOrchestrationContext ctx) {</a:t>
            </a:r>
          </a:p>
          <a:p>
            <a:pPr>
              <a:buNone/>
            </a:pPr>
            <a:r>
              <a:rPr lang="en-US" dirty="0"/>
              <a:t>    var items = await ctx.CallActivityAsync&lt;string[]&gt;(</a:t>
            </a:r>
          </a:p>
          <a:p>
            <a:pPr>
              <a:buNone/>
            </a:pPr>
            <a:r>
              <a:rPr lang="en-US" dirty="0"/>
              <a:t>                    nameof(GetItems));</a:t>
            </a:r>
          </a:p>
          <a:p>
            <a:pPr>
              <a:buNone/>
            </a:pPr>
            <a:r>
              <a:rPr lang="en-US" dirty="0"/>
              <a:t>    var tasks = items.Select(i =&gt;</a:t>
            </a:r>
          </a:p>
          <a:p>
            <a:pPr>
              <a:buNone/>
            </a:pPr>
            <a:r>
              <a:rPr lang="en-US" dirty="0"/>
              <a:t>        ctx.CallActivityAsync&lt;int&gt;(</a:t>
            </a:r>
          </a:p>
          <a:p>
            <a:pPr>
              <a:buNone/>
            </a:pPr>
            <a:r>
              <a:rPr lang="en-US" dirty="0"/>
              <a:t>            nameof(ProcessItem), i)).ToList();</a:t>
            </a:r>
          </a:p>
          <a:p>
            <a:pPr>
              <a:buNone/>
            </a:pPr>
            <a:r>
              <a:rPr lang="en-US" dirty="0"/>
              <a:t>    var results = await Task.WhenAll(tasks);</a:t>
            </a:r>
          </a:p>
          <a:p>
            <a:pPr>
              <a:buNone/>
            </a:pPr>
            <a:r>
              <a:rPr lang="en-US" dirty="0"/>
              <a:t>    return results.Sum();</a:t>
            </a:r>
          </a:p>
          <a:p>
            <a:pPr>
              <a:buNone/>
            </a:pPr>
            <a:r>
              <a:rPr lang="en-US" dirty="0"/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Async HTTP APIs</a:t>
            </a:r>
          </a:p>
        </p:txBody>
      </p:sp>
      <p:sp>
        <p:nvSpPr>
          <p:cNvPr id="3" name="Placeholder 10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ja-JP" dirty="0"/>
              <a:t>バッチ起動 → ID 即返却</a:t>
            </a:r>
          </a:p>
          <a:p>
            <a:pPr lvl="0"/>
            <a:r>
              <a:rPr lang="ja-JP" dirty="0"/>
              <a:t>/status で状態確認</a:t>
            </a:r>
          </a:p>
          <a:p>
            <a:pPr lvl="0"/>
            <a:r>
              <a:rPr lang="ja-JP" dirty="0"/>
              <a:t>長時間処理に最適</a:t>
            </a:r>
          </a:p>
          <a:p>
            <a:pPr lvl="0"/>
            <a:r>
              <a:rPr lang="ja-JP" dirty="0"/>
              <a:t>標準で組み込み済み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Monitoring</a:t>
            </a:r>
          </a:p>
        </p:txBody>
      </p:sp>
      <p:sp>
        <p:nvSpPr>
          <p:cNvPr id="3" name="Placeholder 10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ja-JP" dirty="0"/>
              <a:t>定期的に状態確認</a:t>
            </a:r>
          </a:p>
          <a:p>
            <a:pPr lvl="0"/>
            <a:r>
              <a:rPr lang="ja-JP" dirty="0"/>
              <a:t>CreateTimer で待機</a:t>
            </a:r>
          </a:p>
          <a:p>
            <a:pPr lvl="0"/>
            <a:r>
              <a:rPr lang="ja-JP" dirty="0"/>
              <a:t>外部リソース監視</a:t>
            </a:r>
          </a:p>
          <a:p>
            <a:pPr lvl="0"/>
            <a:r>
              <a:rPr lang="ja-JP" dirty="0"/>
              <a:t>終了条件で抜ける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Human Interaction</a:t>
            </a:r>
          </a:p>
        </p:txBody>
      </p:sp>
      <p:sp>
        <p:nvSpPr>
          <p:cNvPr id="3" name="Placeholder 10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ja-JP" dirty="0"/>
              <a:t>人の承認を待つ</a:t>
            </a:r>
          </a:p>
          <a:p>
            <a:pPr lvl="0"/>
            <a:r>
              <a:rPr lang="ja-JP" dirty="0"/>
              <a:t>WaitForExternalEvent</a:t>
            </a:r>
          </a:p>
          <a:p>
            <a:pPr lvl="0"/>
            <a:r>
              <a:rPr lang="ja-JP" dirty="0"/>
              <a:t>タイムアウト併用</a:t>
            </a:r>
          </a:p>
          <a:p>
            <a:pPr lvl="0"/>
            <a:r>
              <a:rPr lang="ja-JP" dirty="0"/>
              <a:t>承認ワークフロー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Aggregator / Durable Entity</a:t>
            </a:r>
          </a:p>
        </p:txBody>
      </p:sp>
      <p:sp>
        <p:nvSpPr>
          <p:cNvPr id="3" name="Placeholder 10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ja-JP" dirty="0"/>
              <a:t>ステートフルな小単位</a:t>
            </a:r>
          </a:p>
          <a:p>
            <a:pPr lvl="0"/>
            <a:r>
              <a:rPr lang="ja-JP" dirty="0"/>
              <a:t>カウンタ・集約</a:t>
            </a:r>
          </a:p>
          <a:p>
            <a:pPr lvl="0"/>
            <a:r>
              <a:rPr lang="ja-JP" dirty="0"/>
              <a:t>メッセージで更新</a:t>
            </a:r>
          </a:p>
          <a:p>
            <a:pPr lvl="0"/>
            <a:r>
              <a:rPr lang="ja-JP" dirty="0"/>
              <a:t>小規模ステートマシン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Durable Task Scheduler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Durable Task Scheduler (DTS)</a:t>
            </a:r>
          </a:p>
        </p:txBody>
      </p:sp>
      <p:sp>
        <p:nvSpPr>
          <p:cNvPr id="3" name="Placeholder 10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ja-JP" dirty="0"/>
              <a:t>マネージドバックエンド</a:t>
            </a:r>
          </a:p>
          <a:p>
            <a:pPr lvl="0"/>
            <a:r>
              <a:rPr lang="ja-JP" dirty="0"/>
              <a:t>高性能・高スケール</a:t>
            </a:r>
          </a:p>
          <a:p>
            <a:pPr lvl="0"/>
            <a:r>
              <a:rPr lang="ja-JP" dirty="0"/>
              <a:t>Functions と独立</a:t>
            </a:r>
          </a:p>
          <a:p>
            <a:pPr lvl="0"/>
            <a:r>
              <a:rPr lang="ja-JP" dirty="0"/>
              <a:t>監視ダッシュボード付き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Storage バックエンドとの比較</a:t>
            </a:r>
          </a:p>
        </p:txBody>
      </p:sp>
      <p:sp>
        <p:nvSpPr>
          <p:cNvPr id="3" name="Placeholder 1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>
              <a:buNone/>
            </a:pPr>
            <a:r>
              <a:rPr lang="ja-JP" dirty="0" b="1"/>
              <a:t>Azure Storage</a:t>
            </a:r>
          </a:p>
          <a:p>
            <a:pPr>
              <a:buNone/>
            </a:pPr>
            <a:endParaRPr lang="ja-JP" dirty="0"/>
          </a:p>
          <a:p>
            <a:pPr lvl="0"/>
            <a:r>
              <a:rPr lang="ja-JP" dirty="0"/>
              <a:t>標準で使える</a:t>
            </a:r>
          </a:p>
          <a:p>
            <a:pPr lvl="0"/>
            <a:r>
              <a:rPr lang="ja-JP" dirty="0"/>
              <a:t>低コスト</a:t>
            </a:r>
          </a:p>
          <a:p>
            <a:pPr lvl="0"/>
            <a:r>
              <a:rPr lang="ja-JP" dirty="0"/>
              <a:t>中規模まで OK</a:t>
            </a:r>
          </a:p>
          <a:p>
            <a:pPr lvl="0"/>
            <a:r>
              <a:rPr lang="ja-JP" dirty="0"/>
              <a:t>履歴は Table に</a:t>
            </a:r>
          </a:p>
        </p:txBody>
      </p:sp>
      <p:sp>
        <p:nvSpPr>
          <p:cNvPr id="4" name="Placeholder 1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buNone/>
            </a:pPr>
            <a:r>
              <a:rPr lang="ja-JP" dirty="0" b="1"/>
              <a:t>DTS</a:t>
            </a:r>
          </a:p>
          <a:p>
            <a:pPr>
              <a:buNone/>
            </a:pPr>
            <a:endParaRPr lang="ja-JP" dirty="0"/>
          </a:p>
          <a:p>
            <a:pPr lvl="0"/>
            <a:r>
              <a:rPr lang="ja-JP" dirty="0"/>
              <a:t>高スループット</a:t>
            </a:r>
          </a:p>
          <a:p>
            <a:pPr lvl="0"/>
            <a:r>
              <a:rPr lang="ja-JP" dirty="0"/>
              <a:t>低レイテンシ</a:t>
            </a:r>
          </a:p>
          <a:p>
            <a:pPr lvl="0"/>
            <a:r>
              <a:rPr lang="ja-JP" dirty="0"/>
              <a:t>専用ダッシュボード</a:t>
            </a:r>
          </a:p>
          <a:p>
            <a:pPr lvl="0"/>
            <a:r>
              <a:rPr lang="ja-JP" dirty="0"/>
              <a:t>マネージド運用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Live Demo</a:t>
            </a:r>
          </a:p>
        </p:txBody>
      </p:sp>
      <p:sp>
        <p:nvSpPr>
          <p:cNvPr id="3" name="Placeholder 1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buNone/>
            </a:pPr>
            <a:r>
              <a:rPr lang="ja-JP" dirty="0"/>
              <a:t>Aspire で動かして、Functions だけ止めてみる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まとめ</a:t>
            </a:r>
          </a:p>
        </p:txBody>
      </p:sp>
      <p:sp>
        <p:nvSpPr>
          <p:cNvPr id="3" name="Placeholder 10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ja-JP" dirty="0"/>
              <a:t>Durable = Event Sourcing</a:t>
            </a:r>
          </a:p>
          <a:p>
            <a:pPr lvl="0"/>
            <a:r>
              <a:rPr lang="ja-JP" dirty="0"/>
              <a:t>落ちても続きから動く</a:t>
            </a:r>
          </a:p>
          <a:p>
            <a:pPr lvl="0"/>
            <a:r>
              <a:rPr lang="ja-JP" dirty="0"/>
              <a:t>長時間処理に最適</a:t>
            </a:r>
          </a:p>
          <a:p>
            <a:pPr lvl="0"/>
            <a:r>
              <a:rPr lang="ja-JP" dirty="0"/>
              <a:t>→ 次は Durable Agent 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Thank you</a:t>
            </a:r>
          </a:p>
        </p:txBody>
      </p:sp>
      <p:sp>
        <p:nvSpPr>
          <p:cNvPr id="3" name="Placeholder 1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>
              <a:buNone/>
            </a:pPr>
            <a:r>
              <a:rPr lang="ja-JP" dirty="0"/>
              <a:t>#YonaAz</a:t>
            </a:r>
          </a:p>
        </p:txBody>
      </p:sp>
      <p:sp>
        <p:nvSpPr>
          <p:cNvPr id="4" name="Placeholder 1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buNone/>
            </a:pPr>
            <a:r>
              <a:rPr lang="ja-JP" dirty="0"/>
              <a:t>github.com/runceel/yonayona-durable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24-07-29-theme">
  <a:themeElements>
    <a:clrScheme name="Custom 4">
      <a:dk1>
        <a:srgbClr val="000000"/>
      </a:dk1>
      <a:lt1>
        <a:srgbClr val="FFFFFF"/>
      </a:lt1>
      <a:dk2>
        <a:srgbClr val="0078D4"/>
      </a:dk2>
      <a:lt2>
        <a:srgbClr val="E8E6DF"/>
      </a:lt2>
      <a:accent1>
        <a:srgbClr val="0078D4"/>
      </a:accent1>
      <a:accent2>
        <a:srgbClr val="2A446F"/>
      </a:accent2>
      <a:accent3>
        <a:srgbClr val="49C5B1"/>
      </a:accent3>
      <a:accent4>
        <a:srgbClr val="8DE971"/>
      </a:accent4>
      <a:accent5>
        <a:srgbClr val="F4364F"/>
      </a:accent5>
      <a:accent6>
        <a:srgbClr val="C03BC4"/>
      </a:accent6>
      <a:hlink>
        <a:srgbClr val="091F2C"/>
      </a:hlink>
      <a:folHlink>
        <a:srgbClr val="091F2C"/>
      </a:folHlink>
    </a:clrScheme>
    <a:fontScheme name="ユーザー定義 1">
      <a:majorFont>
        <a:latin typeface="Yu Gothic UI Light"/>
        <a:ea typeface="游ゴシック Light"/>
        <a:cs typeface=""/>
      </a:majorFont>
      <a:minorFont>
        <a:latin typeface="Yu Gothic UI"/>
        <a:ea typeface="游ゴシック"/>
        <a:cs typeface=""/>
      </a:minorFont>
    </a:fontScheme>
    <a:fmtScheme name="クチュール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kumimoji="1" sz="2000" dirty="0" err="1">
            <a:solidFill>
              <a:srgbClr val="FFFFFF"/>
            </a:solidFill>
            <a:latin typeface="+mn-ea"/>
            <a:ea typeface="+mn-ea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2024-07-29-theme" id="{178820AD-3201-4B9B-9A81-7335BDE02A91}" vid="{920B8F76-AF69-4BC5-9C28-EAE2FD99EE23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2024-07-29-theme</Template>
  <TotalTime>0</TotalTime>
  <Words>0</Words>
  <Application>Microsoft Office PowerPoint</Application>
  <PresentationFormat>ワイド画面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0</vt:i4>
      </vt:variant>
    </vt:vector>
  </HeadingPairs>
  <TitlesOfParts>
    <vt:vector size="7" baseType="lpstr">
      <vt:lpstr>Yu Gothic UI</vt:lpstr>
      <vt:lpstr>Yu Gothic UI Light</vt:lpstr>
      <vt:lpstr>Arial</vt:lpstr>
      <vt:lpstr>Consolas</vt:lpstr>
      <vt:lpstr>Segoe UI</vt:lpstr>
      <vt:lpstr>Wingdings</vt:lpstr>
      <vt:lpstr>2024-07-29-theme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Kazuki Ota</dc:creator>
  <cp:lastModifiedBy>Kazuki Ota</cp:lastModifiedBy>
  <cp:revision>1</cp:revision>
  <dcterms:created xsi:type="dcterms:W3CDTF">2026-05-21T06:38:06Z</dcterms:created>
  <dcterms:modified xsi:type="dcterms:W3CDTF">2026-05-21T06:38:06Z</dcterms:modified>
</cp:coreProperties>
</file>