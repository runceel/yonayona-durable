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 />
  <Relationship Id="rId2" Type="http://schemas.openxmlformats.org/package/2006/relationships/metadata/thumbnail" Target="docProps/thumbnail.jpeg" />
  <Relationship Id="rId1" Type="http://schemas.openxmlformats.org/officeDocument/2006/relationships/officeDocument" Target="ppt/presentation.xml" />
  <Relationship Id="rId5" Type="http://schemas.microsoft.com/office/2020/02/relationships/classificationlabels" Target="docMetadata/LabelInfo.xml" />
  <Relationship Id="rId4" Type="http://schemas.openxmlformats.org/officeDocument/2006/relationships/extended-properties" Target="docProps/app.xml" 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viewProps" Target="viewProps.xml" />
  <Relationship Id="rId2" Type="http://schemas.openxmlformats.org/officeDocument/2006/relationships/presProps" Target="presProps.xml" />
  <Relationship Id="rId1" Type="http://schemas.openxmlformats.org/officeDocument/2006/relationships/slideMaster" Target="slideMasters/slideMaster1.xml" />
  <Relationship Id="rId5" Type="http://schemas.openxmlformats.org/officeDocument/2006/relationships/tableStyles" Target="tableStyles.xml" />
  <Relationship Id="rId4" Type="http://schemas.openxmlformats.org/officeDocument/2006/relationships/theme" Target="theme/theme1.xml" />
  <Relationship Id="rId6" Type="http://schemas.openxmlformats.org/officeDocument/2006/relationships/slide" Target="slides/slide1.xml" />
  <Relationship Id="rId7" Type="http://schemas.openxmlformats.org/officeDocument/2006/relationships/slide" Target="slides/slide2.xml" />
  <Relationship Id="rId8" Type="http://schemas.openxmlformats.org/officeDocument/2006/relationships/slide" Target="slides/slide3.xml" />
  <Relationship Id="rId9" Type="http://schemas.openxmlformats.org/officeDocument/2006/relationships/slide" Target="slides/slide4.xml" />
  <Relationship Id="rId10" Type="http://schemas.openxmlformats.org/officeDocument/2006/relationships/slide" Target="slides/slide5.xml" />
  <Relationship Id="rId11" Type="http://schemas.openxmlformats.org/officeDocument/2006/relationships/slide" Target="slides/slide6.xml" />
  <Relationship Id="rId12" Type="http://schemas.openxmlformats.org/officeDocument/2006/relationships/slide" Target="slides/slide7.xml" />
  <Relationship Id="rId13" Type="http://schemas.openxmlformats.org/officeDocument/2006/relationships/slide" Target="slides/slide8.xml" />
  <Relationship Id="rId14" Type="http://schemas.openxmlformats.org/officeDocument/2006/relationships/slide" Target="slides/slide9.xml" />
  <Relationship Id="rId15" Type="http://schemas.openxmlformats.org/officeDocument/2006/relationships/slide" Target="slides/slide10.xml" />
  <Relationship Id="rId16" Type="http://schemas.openxmlformats.org/officeDocument/2006/relationships/slide" Target="slides/slide11.xml" />
  <Relationship Id="rId17" Type="http://schemas.openxmlformats.org/officeDocument/2006/relationships/slide" Target="slides/slide12.xml" />
  <Relationship Id="rId18" Type="http://schemas.openxmlformats.org/officeDocument/2006/relationships/slide" Target="slides/slide13.xml" />
  <Relationship Id="rId19" Type="http://schemas.openxmlformats.org/officeDocument/2006/relationships/slide" Target="slides/slide14.xml" />
  <Relationship Id="rId20" Type="http://schemas.openxmlformats.org/officeDocument/2006/relationships/slide" Target="slides/slide15.xml" />
  <Relationship Id="rId21" Type="http://schemas.openxmlformats.org/officeDocument/2006/relationships/slide" Target="slides/slide16.xml" />
  <Relationship Id="rId22" Type="http://schemas.openxmlformats.org/officeDocument/2006/relationships/slide" Target="slides/slide17.xml" />
  <Relationship Id="rId23" Type="http://schemas.openxmlformats.org/officeDocument/2006/relationships/slide" Target="slides/slide18.xml" />
  <Relationship Id="rId24" Type="http://schemas.openxmlformats.org/officeDocument/2006/relationships/slide" Target="slides/slide19.xml" />
  <Relationship Id="rId25" Type="http://schemas.openxmlformats.org/officeDocument/2006/relationships/slide" Target="slides/slide20.xml" />
</Relationships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2.jpeg" />
  <Relationship Id="rId1" Type="http://schemas.openxmlformats.org/officeDocument/2006/relationships/slideMaster" Target="../slideMasters/slideMaster1.xml" />
</Relationships>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.png" />
  <Relationship Id="rId1" Type="http://schemas.openxmlformats.org/officeDocument/2006/relationships/slideMaster" Target="../slideMasters/slideMaster1.xml" />
</Relationships>
</file>

<file path=ppt/slideLayouts/_rels/slideLayout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6.jpeg" />
  <Relationship Id="rId1" Type="http://schemas.openxmlformats.org/officeDocument/2006/relationships/slideMaster" Target="../slideMasters/slideMaster1.xml" />
</Relationships>
</file>

<file path=ppt/slideLayouts/_rels/slideLayout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7.png" />
  <Relationship Id="rId1" Type="http://schemas.openxmlformats.org/officeDocument/2006/relationships/slideMaster" Target="../slideMasters/slideMaster1.xml" />
</Relationships>
</file>

<file path=ppt/slideLayouts/_rels/slideLayout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8.png" />
  <Relationship Id="rId1" Type="http://schemas.openxmlformats.org/officeDocument/2006/relationships/slideMaster" Target="../slideMasters/slideMaster1.xml" />
</Relationships>
</file>

<file path=ppt/slideLayouts/_rels/slideLayout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9.png" />
  <Relationship Id="rId1" Type="http://schemas.openxmlformats.org/officeDocument/2006/relationships/slideMaster" Target="../slideMasters/slideMaster1.xml" />
</Relationships>
</file>

<file path=ppt/slideLayouts/_rels/slideLayout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0.jpeg" />
  <Relationship Id="rId1" Type="http://schemas.openxmlformats.org/officeDocument/2006/relationships/slideMaster" Target="../slideMasters/slideMaster1.xml" />
</Relationships>
</file>

<file path=ppt/slideLayouts/_rels/slideLayout8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1.png" />
  <Relationship Id="rId1" Type="http://schemas.openxmlformats.org/officeDocument/2006/relationships/slideMaster" Target="../slideMasters/slideMaster1.xml" />
</Relationships>
</file>

<file path=ppt/slideLayouts/_rels/slideLayout9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2.svg" />
  <Relationship Id="rId1" Type="http://schemas.openxmlformats.org/officeDocument/2006/relationships/slideMaster" Target="../slideMasters/slideMaster1.xml" />
</Relationships>
</file>

<file path=ppt/slideLayouts/_rels/slideLayout10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3.png" />
  <Relationship Id="rId1" Type="http://schemas.openxmlformats.org/officeDocument/2006/relationships/slideMaster" Target="../slideMasters/slideMaster1.xml" />
</Relationships>
</file>

<file path=ppt/slideLayouts/_rels/slideLayout1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5.emf" />
  <Relationship Id="rId1" Type="http://schemas.openxmlformats.org/officeDocument/2006/relationships/slideMaster" Target="../slideMasters/slideMaster1.xml" 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5.jpg" />
  <Relationship Id="rId1" Type="http://schemas.openxmlformats.org/officeDocument/2006/relationships/slideMaster" Target="../slideMasters/slideMaster1.xml" 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7.jpg" />
  <Relationship Id="rId2" Type="http://schemas.openxmlformats.org/officeDocument/2006/relationships/image" Target="../media/image16.jpg" />
  <Relationship Id="rId1" Type="http://schemas.openxmlformats.org/officeDocument/2006/relationships/slideMaster" Target="../slideMasters/slideMaster1.xml" />
</Relationships>
</file>

<file path=ppt/slideLayouts/_rels/slideLayout3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9.jpg" />
  <Relationship Id="rId2" Type="http://schemas.openxmlformats.org/officeDocument/2006/relationships/image" Target="../media/image18.jpg" />
  <Relationship Id="rId1" Type="http://schemas.openxmlformats.org/officeDocument/2006/relationships/slideMaster" Target="../slideMasters/slideMaster1.xml" />
  <Relationship Id="rId4" Type="http://schemas.openxmlformats.org/officeDocument/2006/relationships/image" Target="../media/image20.jpg" />
</Relationships>
</file>

<file path=ppt/slideLayouts/_rels/slideLayout3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2.png" />
  <Relationship Id="rId2" Type="http://schemas.openxmlformats.org/officeDocument/2006/relationships/image" Target="../media/image21.png" />
  <Relationship Id="rId1" Type="http://schemas.openxmlformats.org/officeDocument/2006/relationships/slideMaster" Target="../slideMasters/slideMaster1.xml" />
  <Relationship Id="rId5" Type="http://schemas.openxmlformats.org/officeDocument/2006/relationships/image" Target="../media/image24.svg" />
  <Relationship Id="rId4" Type="http://schemas.openxmlformats.org/officeDocument/2006/relationships/image" Target="../media/image23.png" 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5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5.jpeg" />
  <Relationship Id="rId1" Type="http://schemas.openxmlformats.org/officeDocument/2006/relationships/slideMaster" Target="../slideMasters/slideMaster1.xml" />
</Relationships>
</file>

<file path=ppt/slideLayouts/_rels/slideLayout5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6.jpeg" />
  <Relationship Id="rId1" Type="http://schemas.openxmlformats.org/officeDocument/2006/relationships/slideMaster" Target="../slideMasters/slideMaster1.xml" />
</Relationships>
</file>

<file path=ppt/slideLayouts/_rels/slideLayout5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7.png" />
  <Relationship Id="rId1" Type="http://schemas.openxmlformats.org/officeDocument/2006/relationships/slideMaster" Target="../slideMasters/slideMaster1.xml" />
</Relationships>
</file>

<file path=ppt/slideLayouts/_rels/slideLayout5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8.png" />
  <Relationship Id="rId1" Type="http://schemas.openxmlformats.org/officeDocument/2006/relationships/slideMaster" Target="../slideMasters/slideMaster1.xml" />
</Relationships>
</file>

<file path=ppt/slideLayouts/_rels/slideLayout5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9.png" />
  <Relationship Id="rId1" Type="http://schemas.openxmlformats.org/officeDocument/2006/relationships/slideMaster" Target="../slideMasters/slideMaster1.xml" />
</Relationships>
</file>

<file path=ppt/slideLayouts/_rels/slideLayout5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0.jpeg" />
  <Relationship Id="rId1" Type="http://schemas.openxmlformats.org/officeDocument/2006/relationships/slideMaster" Target="../slideMasters/slideMaster1.xml" />
</Relationships>
</file>

<file path=ppt/slideLayouts/_rels/slideLayout5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1.png" />
  <Relationship Id="rId1" Type="http://schemas.openxmlformats.org/officeDocument/2006/relationships/slideMaster" Target="../slideMasters/slideMaster1.xml" />
</Relationships>
</file>

<file path=ppt/slideLayouts/_rels/slideLayout57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2.jpeg" />
  <Relationship Id="rId1" Type="http://schemas.openxmlformats.org/officeDocument/2006/relationships/slideMaster" Target="../slideMasters/slideMaster1.xml" />
</Relationships>
</file>

<file path=ppt/slideLayouts/_rels/slideLayout5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3.png" />
  <Relationship Id="rId1" Type="http://schemas.openxmlformats.org/officeDocument/2006/relationships/slideMaster" Target="../slideMasters/slideMaster1.xml" />
</Relationships>
</file>

<file path=ppt/slideLayouts/_rels/slideLayout59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4.png" />
  <Relationship Id="rId1" Type="http://schemas.openxmlformats.org/officeDocument/2006/relationships/slideMaster" Target="../slideMasters/slideMaster1.xml" />
</Relationships>
</file>

<file path=ppt/slideLayouts/_rels/slideLayout6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5.png" />
  <Relationship Id="rId1" Type="http://schemas.openxmlformats.org/officeDocument/2006/relationships/slideMaster" Target="../slideMasters/slideMaster1.xml" />
</Relationships>
</file>

<file path=ppt/slideLayouts/_rels/slideLayout6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7.jpg" />
  <Relationship Id="rId2" Type="http://schemas.openxmlformats.org/officeDocument/2006/relationships/image" Target="../media/image36.jpeg" />
  <Relationship Id="rId1" Type="http://schemas.openxmlformats.org/officeDocument/2006/relationships/slideMaster" Target="../slideMasters/slideMaster1.xml" />
</Relationships>
</file>

<file path=ppt/slideLayouts/_rels/slideLayout6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8.png" />
  <Relationship Id="rId1" Type="http://schemas.openxmlformats.org/officeDocument/2006/relationships/slideMaster" Target="../slideMasters/slideMaster1.xml" />
</Relationships>
</file>

<file path=ppt/slideLayouts/_rels/slideLayout6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9.png" />
  <Relationship Id="rId1" Type="http://schemas.openxmlformats.org/officeDocument/2006/relationships/slideMaster" Target="../slideMasters/slideMaster1.xml" />
</Relationships>
</file>

<file path=ppt/slideLayouts/_rels/slideLayout6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1.jpeg" />
  <Relationship Id="rId1" Type="http://schemas.openxmlformats.org/officeDocument/2006/relationships/slideMaster" Target="../slideMasters/slideMaster1.xml" />
</Relationships>
</file>

<file path=ppt/slideLayouts/_rels/slideLayout6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2.png" />
  <Relationship Id="rId1" Type="http://schemas.openxmlformats.org/officeDocument/2006/relationships/slideMaster" Target="../slideMasters/slideMaster1.xml" />
</Relationships>
</file>

<file path=ppt/slideLayouts/_rels/slideLayout6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6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.emf" />
  <Relationship Id="rId1" Type="http://schemas.openxmlformats.org/officeDocument/2006/relationships/slideMaster" Target="../slideMasters/slideMaster1.xml" />
</Relationships>
</file>

<file path=ppt/slideLayouts/_rels/slideLayout7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26" Type="http://schemas.openxmlformats.org/officeDocument/2006/relationships/slideLayout" Target="../slideLayouts/slideLayout26.xml" />
  <Relationship Id="rId21" Type="http://schemas.openxmlformats.org/officeDocument/2006/relationships/slideLayout" Target="../slideLayouts/slideLayout21.xml" />
  <Relationship Id="rId42" Type="http://schemas.openxmlformats.org/officeDocument/2006/relationships/slideLayout" Target="../slideLayouts/slideLayout42.xml" />
  <Relationship Id="rId47" Type="http://schemas.openxmlformats.org/officeDocument/2006/relationships/slideLayout" Target="../slideLayouts/slideLayout47.xml" />
  <Relationship Id="rId63" Type="http://schemas.openxmlformats.org/officeDocument/2006/relationships/slideLayout" Target="../slideLayouts/slideLayout63.xml" />
  <Relationship Id="rId68" Type="http://schemas.openxmlformats.org/officeDocument/2006/relationships/slideLayout" Target="../slideLayouts/slideLayout68.xml" />
  <Relationship Id="rId2" Type="http://schemas.openxmlformats.org/officeDocument/2006/relationships/slideLayout" Target="../slideLayouts/slideLayout2.xml" />
  <Relationship Id="rId16" Type="http://schemas.openxmlformats.org/officeDocument/2006/relationships/slideLayout" Target="../slideLayouts/slideLayout16.xml" />
  <Relationship Id="rId29" Type="http://schemas.openxmlformats.org/officeDocument/2006/relationships/slideLayout" Target="../slideLayouts/slideLayout29.xml" />
  <Relationship Id="rId11" Type="http://schemas.openxmlformats.org/officeDocument/2006/relationships/slideLayout" Target="../slideLayouts/slideLayout11.xml" />
  <Relationship Id="rId24" Type="http://schemas.openxmlformats.org/officeDocument/2006/relationships/slideLayout" Target="../slideLayouts/slideLayout24.xml" />
  <Relationship Id="rId32" Type="http://schemas.openxmlformats.org/officeDocument/2006/relationships/slideLayout" Target="../slideLayouts/slideLayout32.xml" />
  <Relationship Id="rId37" Type="http://schemas.openxmlformats.org/officeDocument/2006/relationships/slideLayout" Target="../slideLayouts/slideLayout37.xml" />
  <Relationship Id="rId40" Type="http://schemas.openxmlformats.org/officeDocument/2006/relationships/slideLayout" Target="../slideLayouts/slideLayout40.xml" />
  <Relationship Id="rId45" Type="http://schemas.openxmlformats.org/officeDocument/2006/relationships/slideLayout" Target="../slideLayouts/slideLayout45.xml" />
  <Relationship Id="rId53" Type="http://schemas.openxmlformats.org/officeDocument/2006/relationships/slideLayout" Target="../slideLayouts/slideLayout53.xml" />
  <Relationship Id="rId58" Type="http://schemas.openxmlformats.org/officeDocument/2006/relationships/slideLayout" Target="../slideLayouts/slideLayout58.xml" />
  <Relationship Id="rId66" Type="http://schemas.openxmlformats.org/officeDocument/2006/relationships/slideLayout" Target="../slideLayouts/slideLayout66.xml" />
  <Relationship Id="rId74" Type="http://schemas.openxmlformats.org/officeDocument/2006/relationships/image" Target="../media/image1.svg" />
  <Relationship Id="rId5" Type="http://schemas.openxmlformats.org/officeDocument/2006/relationships/slideLayout" Target="../slideLayouts/slideLayout5.xml" />
  <Relationship Id="rId61" Type="http://schemas.openxmlformats.org/officeDocument/2006/relationships/slideLayout" Target="../slideLayouts/slideLayout61.xml" />
  <Relationship Id="rId19" Type="http://schemas.openxmlformats.org/officeDocument/2006/relationships/slideLayout" Target="../slideLayouts/slideLayout19.xml" />
  <Relationship Id="rId14" Type="http://schemas.openxmlformats.org/officeDocument/2006/relationships/slideLayout" Target="../slideLayouts/slideLayout14.xml" />
  <Relationship Id="rId22" Type="http://schemas.openxmlformats.org/officeDocument/2006/relationships/slideLayout" Target="../slideLayouts/slideLayout22.xml" />
  <Relationship Id="rId27" Type="http://schemas.openxmlformats.org/officeDocument/2006/relationships/slideLayout" Target="../slideLayouts/slideLayout27.xml" />
  <Relationship Id="rId30" Type="http://schemas.openxmlformats.org/officeDocument/2006/relationships/slideLayout" Target="../slideLayouts/slideLayout30.xml" />
  <Relationship Id="rId35" Type="http://schemas.openxmlformats.org/officeDocument/2006/relationships/slideLayout" Target="../slideLayouts/slideLayout35.xml" />
  <Relationship Id="rId43" Type="http://schemas.openxmlformats.org/officeDocument/2006/relationships/slideLayout" Target="../slideLayouts/slideLayout43.xml" />
  <Relationship Id="rId48" Type="http://schemas.openxmlformats.org/officeDocument/2006/relationships/slideLayout" Target="../slideLayouts/slideLayout48.xml" />
  <Relationship Id="rId56" Type="http://schemas.openxmlformats.org/officeDocument/2006/relationships/slideLayout" Target="../slideLayouts/slideLayout56.xml" />
  <Relationship Id="rId64" Type="http://schemas.openxmlformats.org/officeDocument/2006/relationships/slideLayout" Target="../slideLayouts/slideLayout64.xml" />
  <Relationship Id="rId69" Type="http://schemas.openxmlformats.org/officeDocument/2006/relationships/slideLayout" Target="../slideLayouts/slideLayout69.xml" />
  <Relationship Id="rId8" Type="http://schemas.openxmlformats.org/officeDocument/2006/relationships/slideLayout" Target="../slideLayouts/slideLayout8.xml" />
  <Relationship Id="rId51" Type="http://schemas.openxmlformats.org/officeDocument/2006/relationships/slideLayout" Target="../slideLayouts/slideLayout51.xml" />
  <Relationship Id="rId72" Type="http://schemas.openxmlformats.org/officeDocument/2006/relationships/slideLayout" Target="../slideLayouts/slideLayout72.xml" />
  <Relationship Id="rId3" Type="http://schemas.openxmlformats.org/officeDocument/2006/relationships/slideLayout" Target="../slideLayouts/slideLayout3.xml" />
  <Relationship Id="rId12" Type="http://schemas.openxmlformats.org/officeDocument/2006/relationships/slideLayout" Target="../slideLayouts/slideLayout12.xml" />
  <Relationship Id="rId17" Type="http://schemas.openxmlformats.org/officeDocument/2006/relationships/slideLayout" Target="../slideLayouts/slideLayout17.xml" />
  <Relationship Id="rId25" Type="http://schemas.openxmlformats.org/officeDocument/2006/relationships/slideLayout" Target="../slideLayouts/slideLayout25.xml" />
  <Relationship Id="rId33" Type="http://schemas.openxmlformats.org/officeDocument/2006/relationships/slideLayout" Target="../slideLayouts/slideLayout33.xml" />
  <Relationship Id="rId38" Type="http://schemas.openxmlformats.org/officeDocument/2006/relationships/slideLayout" Target="../slideLayouts/slideLayout38.xml" />
  <Relationship Id="rId46" Type="http://schemas.openxmlformats.org/officeDocument/2006/relationships/slideLayout" Target="../slideLayouts/slideLayout46.xml" />
  <Relationship Id="rId59" Type="http://schemas.openxmlformats.org/officeDocument/2006/relationships/slideLayout" Target="../slideLayouts/slideLayout59.xml" />
  <Relationship Id="rId67" Type="http://schemas.openxmlformats.org/officeDocument/2006/relationships/slideLayout" Target="../slideLayouts/slideLayout67.xml" />
  <Relationship Id="rId20" Type="http://schemas.openxmlformats.org/officeDocument/2006/relationships/slideLayout" Target="../slideLayouts/slideLayout20.xml" />
  <Relationship Id="rId41" Type="http://schemas.openxmlformats.org/officeDocument/2006/relationships/slideLayout" Target="../slideLayouts/slideLayout41.xml" />
  <Relationship Id="rId54" Type="http://schemas.openxmlformats.org/officeDocument/2006/relationships/slideLayout" Target="../slideLayouts/slideLayout54.xml" />
  <Relationship Id="rId62" Type="http://schemas.openxmlformats.org/officeDocument/2006/relationships/slideLayout" Target="../slideLayouts/slideLayout62.xml" />
  <Relationship Id="rId70" Type="http://schemas.openxmlformats.org/officeDocument/2006/relationships/slideLayout" Target="../slideLayouts/slideLayout70.xml" />
  <Relationship Id="rId1" Type="http://schemas.openxmlformats.org/officeDocument/2006/relationships/slideLayout" Target="../slideLayouts/slideLayout1.xml" />
  <Relationship Id="rId6" Type="http://schemas.openxmlformats.org/officeDocument/2006/relationships/slideLayout" Target="../slideLayouts/slideLayout6.xml" />
  <Relationship Id="rId15" Type="http://schemas.openxmlformats.org/officeDocument/2006/relationships/slideLayout" Target="../slideLayouts/slideLayout15.xml" />
  <Relationship Id="rId23" Type="http://schemas.openxmlformats.org/officeDocument/2006/relationships/slideLayout" Target="../slideLayouts/slideLayout23.xml" />
  <Relationship Id="rId28" Type="http://schemas.openxmlformats.org/officeDocument/2006/relationships/slideLayout" Target="../slideLayouts/slideLayout28.xml" />
  <Relationship Id="rId36" Type="http://schemas.openxmlformats.org/officeDocument/2006/relationships/slideLayout" Target="../slideLayouts/slideLayout36.xml" />
  <Relationship Id="rId49" Type="http://schemas.openxmlformats.org/officeDocument/2006/relationships/slideLayout" Target="../slideLayouts/slideLayout49.xml" />
  <Relationship Id="rId57" Type="http://schemas.openxmlformats.org/officeDocument/2006/relationships/slideLayout" Target="../slideLayouts/slideLayout57.xml" />
  <Relationship Id="rId10" Type="http://schemas.openxmlformats.org/officeDocument/2006/relationships/slideLayout" Target="../slideLayouts/slideLayout10.xml" />
  <Relationship Id="rId31" Type="http://schemas.openxmlformats.org/officeDocument/2006/relationships/slideLayout" Target="../slideLayouts/slideLayout31.xml" />
  <Relationship Id="rId44" Type="http://schemas.openxmlformats.org/officeDocument/2006/relationships/slideLayout" Target="../slideLayouts/slideLayout44.xml" />
  <Relationship Id="rId52" Type="http://schemas.openxmlformats.org/officeDocument/2006/relationships/slideLayout" Target="../slideLayouts/slideLayout52.xml" />
  <Relationship Id="rId60" Type="http://schemas.openxmlformats.org/officeDocument/2006/relationships/slideLayout" Target="../slideLayouts/slideLayout60.xml" />
  <Relationship Id="rId65" Type="http://schemas.openxmlformats.org/officeDocument/2006/relationships/slideLayout" Target="../slideLayouts/slideLayout65.xml" />
  <Relationship Id="rId73" Type="http://schemas.openxmlformats.org/officeDocument/2006/relationships/theme" Target="../theme/theme1.xml" />
  <Relationship Id="rId4" Type="http://schemas.openxmlformats.org/officeDocument/2006/relationships/slideLayout" Target="../slideLayouts/slideLayout4.xml" />
  <Relationship Id="rId9" Type="http://schemas.openxmlformats.org/officeDocument/2006/relationships/slideLayout" Target="../slideLayouts/slideLayout9.xml" />
  <Relationship Id="rId13" Type="http://schemas.openxmlformats.org/officeDocument/2006/relationships/slideLayout" Target="../slideLayouts/slideLayout13.xml" />
  <Relationship Id="rId18" Type="http://schemas.openxmlformats.org/officeDocument/2006/relationships/slideLayout" Target="../slideLayouts/slideLayout18.xml" />
  <Relationship Id="rId39" Type="http://schemas.openxmlformats.org/officeDocument/2006/relationships/slideLayout" Target="../slideLayouts/slideLayout39.xml" />
  <Relationship Id="rId34" Type="http://schemas.openxmlformats.org/officeDocument/2006/relationships/slideLayout" Target="../slideLayouts/slideLayout34.xml" />
  <Relationship Id="rId50" Type="http://schemas.openxmlformats.org/officeDocument/2006/relationships/slideLayout" Target="../slideLayouts/slideLayout50.xml" />
  <Relationship Id="rId55" Type="http://schemas.openxmlformats.org/officeDocument/2006/relationships/slideLayout" Target="../slideLayouts/slideLayout55.xml" />
  <Relationship Id="rId7" Type="http://schemas.openxmlformats.org/officeDocument/2006/relationships/slideLayout" Target="../slideLayouts/slideLayout7.xml" />
  <Relationship Id="rId71" Type="http://schemas.openxmlformats.org/officeDocument/2006/relationships/slideLayout" Target="../slideLayouts/slideLayout71.xml" 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3.xml"/>
</Relationships>
</file>

<file path=ppt/slides/_rels/slide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8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1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0.xml" />
  <Relationship Id="rId2" Type="http://schemas.openxmlformats.org/officeDocument/2006/relationships/image" Target="../media/image43.png" />
  <Relationship Id="rId3" Type="http://schemas.openxmlformats.org/officeDocument/2006/relationships/image" Target="../media/image44.png" />
  <Relationship Id="rId4" Type="http://schemas.openxmlformats.org/officeDocument/2006/relationships/image" Target="../media/image45.png" />
  <Relationship Id="rId5" Type="http://schemas.openxmlformats.org/officeDocument/2006/relationships/image" Target="../media/image46.png" />
  <Relationship Id="rId6" Type="http://schemas.openxmlformats.org/officeDocument/2006/relationships/image" Target="../media/image47.png" />
  <Relationship Id="rId7" Type="http://schemas.openxmlformats.org/officeDocument/2006/relationships/image" Target="../media/image48.png" />
  <Relationship Id="rId8" Type="http://schemas.openxmlformats.org/officeDocument/2006/relationships/image" Target="../media/image49.png" />
  <Relationship Id="rId9" Type="http://schemas.openxmlformats.org/officeDocument/2006/relationships/image" Target="../media/image50.png" />
  <Relationship Id="rId10" Type="http://schemas.openxmlformats.org/officeDocument/2006/relationships/image" Target="../media/image51.png" />
  <Relationship Id="rId11" Type="http://schemas.openxmlformats.org/officeDocument/2006/relationships/image" Target="../media/image52.png" />
  <Relationship Id="rId12" Type="http://schemas.openxmlformats.org/officeDocument/2006/relationships/image" Target="../media/image53.png" />
</Relationships>
</file>

<file path=ppt/slides/_rels/slide1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2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6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sz="2400" dirty="0"/>
              <a:t>〜 Durable Agent への道</a:t>
            </a:r>
          </a:p>
          <a:p>
            <a:pPr>
              <a:buNone/>
            </a:pPr>
            <a:endParaRPr lang="ja-JP" dirty="0"/>
          </a:p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主要パターン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dirty="0"/>
              <a:t>Live Demo</a:t>
            </a:r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Functions の課題と解決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dirty="0"/>
              <a:t>順序保証なし</a:t>
            </a:r>
          </a:p>
          <a:p>
            <a:pPr lvl="0"/>
            <a:r>
              <a:rPr lang="ja-JP" dirty="0"/>
              <a:t>再実行が大変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dirty="0"/>
              <a:t>順序保証</a:t>
            </a:r>
          </a:p>
          <a:p>
            <a:pPr lvl="0"/>
            <a:r>
              <a:rPr lang="ja-JP" dirty="0"/>
              <a:t>自動再開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65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6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71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7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3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/>
          <p:nvPr/>
        </p:nvCxnSpPr>
        <p:spPr>
          <a:xfrm>
            <a:off x="8270000" y="3000000"/>
            <a:ext cx="41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10220000" y="3000000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8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450000" y="3325000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4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812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1007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750000" y="3800000"/>
            <a:ext cx="1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107C10"/>
                </a:solidFill>
              </a:rPr>
              <a:t>呼び出し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Event Sourcing で耐久性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 b="1"/>
              <a:t>履歴を全部記録</a:t>
            </a:r>
          </a:p>
          <a:p>
            <a:pPr lvl="0"/>
            <a:r>
              <a:rPr lang="ja-JP" dirty="0" b="1"/>
              <a:t>落ちても replay で再開</a:t>
            </a:r>
          </a:p>
          <a:p>
            <a:pPr lvl="0"/>
            <a:r>
              <a:rPr lang="ja-JP" dirty="0" b="1"/>
              <a:t>ステートマシン不要</a:t>
            </a:r>
          </a:p>
          <a:p>
            <a:pPr lvl="0"/>
            <a:r>
              <a:rPr lang="ja-JP" dirty="0" b="1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① 通常実行</a:t>
            </a: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A1 ✓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A2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10000000" y="1750000"/>
            <a:ext cx="1000000" cy="8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800" dirty="0" b="1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000000" y="2650000"/>
            <a:ext cx="30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② 履歴は残る（Append-only）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b="1">
                <a:solidFill>
                  <a:srgbClr val="000000"/>
                </a:solidFill>
              </a:rPr>
              <a:t>DTS</a:t>
            </a:r>
          </a:p>
        </p:txBody>
      </p:sp>
      <p:sp>
        <p:nvSpPr>
          <p:cNvPr id="109" name="Label 109"/>
          <p:cNvSpPr txBox="1"/>
          <p:nvPr/>
        </p:nvSpPr>
        <p:spPr>
          <a:xfrm>
            <a:off x="9000000" y="30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ExecutionStarted</a:t>
            </a:r>
          </a:p>
        </p:txBody>
      </p:sp>
      <p:sp>
        <p:nvSpPr>
          <p:cNvPr id="110" name="Label 110"/>
          <p:cNvSpPr txBox="1"/>
          <p:nvPr/>
        </p:nvSpPr>
        <p:spPr>
          <a:xfrm>
            <a:off x="9000000" y="32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A1 Completed</a:t>
            </a:r>
          </a:p>
        </p:txBody>
      </p:sp>
      <p:sp>
        <p:nvSpPr>
          <p:cNvPr id="111" name="Label 111"/>
          <p:cNvSpPr txBox="1"/>
          <p:nvPr/>
        </p:nvSpPr>
        <p:spPr>
          <a:xfrm>
            <a:off x="9000000" y="34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A2 Completed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000000" y="36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A3 Scheduled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6700000" y="4600000"/>
            <a:ext cx="4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③ 再開 → Replay → 続きから</a:t>
            </a:r>
          </a:p>
        </p:txBody>
      </p:sp>
      <p:sp>
        <p:nvSpPr>
          <p:cNvPr id="114" name="Box 114"/>
          <p:cNvSpPr/>
          <p:nvPr/>
        </p:nvSpPr>
        <p:spPr>
          <a:xfrm>
            <a:off x="67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/>
          <p:cNvSpPr/>
          <p:nvPr/>
        </p:nvSpPr>
        <p:spPr>
          <a:xfrm>
            <a:off x="78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6" name="Box 116"/>
          <p:cNvSpPr/>
          <p:nvPr/>
        </p:nvSpPr>
        <p:spPr>
          <a:xfrm>
            <a:off x="89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A3 ✓</a:t>
            </a:r>
          </a:p>
        </p:txBody>
      </p:sp>
      <p:sp>
        <p:nvSpPr>
          <p:cNvPr id="117" name="Box 117"/>
          <p:cNvSpPr/>
          <p:nvPr/>
        </p:nvSpPr>
        <p:spPr>
          <a:xfrm>
            <a:off x="100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/>
          <p:cNvCxnSpPr/>
          <p:nvPr/>
        </p:nvCxnSpPr>
        <p:spPr>
          <a:xfrm>
            <a:off x="76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/>
          <p:cNvCxnSpPr/>
          <p:nvPr/>
        </p:nvCxnSpPr>
        <p:spPr>
          <a:xfrm>
            <a:off x="87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/>
          <p:cNvCxnSpPr/>
          <p:nvPr/>
        </p:nvCxnSpPr>
        <p:spPr>
          <a:xfrm>
            <a:off x="98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主要パターン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 Chaining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関数を順番に呼ぶ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[Function(nameof(OrderOrchestrator))]</a:t>
            </a:r>
          </a:p>
          <a:p>
            <a:pPr>
              <a:buNone/>
            </a:pPr>
            <a:r>
              <a:rPr lang="en-US" dirty="0"/>
              <a:t>public static async Task&lt;string&gt;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order  = await ctx.CallActivityAsync&lt;Order&gt;(</a:t>
            </a:r>
          </a:p>
          <a:p>
            <a:pPr>
              <a:buNone/>
            </a:pPr>
            <a:r>
              <a:rPr lang="en-US" dirty="0"/>
              <a:t>                     nameof(ReceiveOrder));</a:t>
            </a:r>
          </a:p>
          <a:p>
            <a:pPr>
              <a:buNone/>
            </a:pPr>
            <a:r>
              <a:rPr lang="en-US" dirty="0"/>
              <a:t>    var paid   = await ctx.CallActivityAsync&lt;bool&gt;(</a:t>
            </a:r>
          </a:p>
          <a:p>
            <a:pPr>
              <a:buNone/>
            </a:pPr>
            <a:r>
              <a:rPr lang="en-US" dirty="0"/>
              <a:t>                     nameof(ChargePayment), order);</a:t>
            </a:r>
          </a:p>
          <a:p>
            <a:pPr>
              <a:buNone/>
            </a:pPr>
            <a:r>
              <a:rPr lang="en-US" dirty="0"/>
              <a:t>    var result = await ctx.CallActivityAsync&lt;string&gt;(</a:t>
            </a:r>
          </a:p>
          <a:p>
            <a:pPr>
              <a:buNone/>
            </a:pPr>
            <a:r>
              <a:rPr lang="en-US" dirty="0"/>
              <a:t>                     nameof(ShipOrder), order);</a:t>
            </a:r>
          </a:p>
          <a:p>
            <a:pPr>
              <a:buNone/>
            </a:pPr>
            <a:r>
              <a:rPr lang="en-US" dirty="0"/>
              <a:t>    return result;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Fan-out / Fan-in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並列実行 → 集約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[Function(nameof(BatchOrchestrator))]</a:t>
            </a:r>
          </a:p>
          <a:p>
            <a:pPr>
              <a:buNone/>
            </a:pPr>
            <a:r>
              <a:rPr lang="en-US" dirty="0"/>
              <a:t>public static async Task&lt;int&gt;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items = await ctx.CallActivityAsync&lt;string[]&gt;(</a:t>
            </a:r>
          </a:p>
          <a:p>
            <a:pPr>
              <a:buNone/>
            </a:pPr>
            <a:r>
              <a:rPr lang="en-US" dirty="0"/>
              <a:t>                    nameof(GetItems));</a:t>
            </a:r>
          </a:p>
          <a:p>
            <a:pPr>
              <a:buNone/>
            </a:pPr>
            <a:r>
              <a:rPr lang="en-US" dirty="0"/>
              <a:t>    var tasks = items.Select(i =&gt;</a:t>
            </a:r>
          </a:p>
          <a:p>
            <a:pPr>
              <a:buNone/>
            </a:pPr>
            <a:r>
              <a:rPr lang="en-US" dirty="0"/>
              <a:t>        ctx.CallActivityAsync&lt;int&gt;(</a:t>
            </a:r>
          </a:p>
          <a:p>
            <a:pPr>
              <a:buNone/>
            </a:pPr>
            <a:r>
              <a:rPr lang="en-US" dirty="0"/>
              <a:t>            nameof(ProcessItem), i)).ToList();</a:t>
            </a:r>
          </a:p>
          <a:p>
            <a:pPr>
              <a:buNone/>
            </a:pPr>
            <a:r>
              <a:rPr lang="en-US" dirty="0"/>
              <a:t>    var results = await Task.WhenAll(tasks);</a:t>
            </a:r>
          </a:p>
          <a:p>
            <a:pPr>
              <a:buNone/>
            </a:pPr>
            <a:r>
              <a:rPr lang="en-US" dirty="0"/>
              <a:t>    return results.Sum();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Async HTTP APIs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バッチ起動 → ID 即返却</a:t>
            </a:r>
          </a:p>
          <a:p>
            <a:pPr lvl="0"/>
            <a:r>
              <a:rPr lang="ja-JP" dirty="0"/>
              <a:t>/status で状態確認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標準で組み込み済み</a:t>
            </a:r>
          </a:p>
        </p:txBody>
      </p:sp>
      <p:sp>
        <p:nvSpPr>
          <p:cNvPr id="100" name="Box 100"/>
          <p:cNvSpPr/>
          <p:nvPr/>
        </p:nvSpPr>
        <p:spPr>
          <a:xfrm>
            <a:off x="6600000" y="1200000"/>
            <a:ext cx="24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9600000" y="1200000"/>
            <a:ext cx="24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Server (Functions)</a:t>
            </a:r>
          </a:p>
        </p:txBody>
      </p:sp>
      <p:cxnSp>
        <p:nvCxnSpPr>
          <p:cNvPr id="102" name="Arrow 102"/>
          <p:cNvCxnSpPr/>
          <p:nvPr/>
        </p:nvCxnSpPr>
        <p:spPr>
          <a:xfrm>
            <a:off x="780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3" name="Arrow 103"/>
          <p:cNvCxnSpPr/>
          <p:nvPr/>
        </p:nvCxnSpPr>
        <p:spPr>
          <a:xfrm>
            <a:off x="1080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7830000" y="2100000"/>
            <a:ext cx="2940000" cy="1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6700000" y="18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0078D4"/>
                </a:solidFill>
              </a:rPr>
              <a:t>POST /start</a:t>
            </a:r>
          </a:p>
        </p:txBody>
      </p:sp>
      <p:cxnSp>
        <p:nvCxnSpPr>
          <p:cNvPr id="106" name="Arrow 106"/>
          <p:cNvCxnSpPr/>
          <p:nvPr/>
        </p:nvCxnSpPr>
        <p:spPr>
          <a:xfrm flipH="1">
            <a:off x="7830000" y="2800000"/>
            <a:ext cx="2940000" cy="1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  <p:sp>
        <p:nvSpPr>
          <p:cNvPr id="107" name="Label 107"/>
          <p:cNvSpPr txBox="1"/>
          <p:nvPr/>
        </p:nvSpPr>
        <p:spPr>
          <a:xfrm>
            <a:off x="6700000" y="25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F7630C"/>
                </a:solidFill>
              </a:rPr>
              <a:t>202 + instance ID</a:t>
            </a:r>
          </a:p>
        </p:txBody>
      </p:sp>
      <p:cxnSp>
        <p:nvCxnSpPr>
          <p:cNvPr id="108" name="Arrow 108"/>
          <p:cNvCxnSpPr/>
          <p:nvPr/>
        </p:nvCxnSpPr>
        <p:spPr>
          <a:xfrm>
            <a:off x="7830000" y="3500000"/>
            <a:ext cx="2940000" cy="1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9" name="Label 109"/>
          <p:cNvSpPr txBox="1"/>
          <p:nvPr/>
        </p:nvSpPr>
        <p:spPr>
          <a:xfrm>
            <a:off x="6700000" y="32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595959"/>
                </a:solidFill>
              </a:rPr>
              <a:t>GET /status (繰り返し)</a:t>
            </a:r>
          </a:p>
        </p:txBody>
      </p:sp>
      <p:cxnSp>
        <p:nvCxnSpPr>
          <p:cNvPr id="110" name="Arrow 110"/>
          <p:cNvCxnSpPr/>
          <p:nvPr/>
        </p:nvCxnSpPr>
        <p:spPr>
          <a:xfrm flipH="1">
            <a:off x="7830000" y="4200000"/>
            <a:ext cx="2940000" cy="1"/>
          </a:xfrm>
          <a:prstGeom prst="straightConnector1">
            <a:avLst/>
          </a:prstGeom>
          <a:ln w="22225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6700000" y="3980000"/>
            <a:ext cx="30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107C10"/>
                </a:solidFill>
              </a:rPr>
              <a:t>200 + 完了結果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Monitoring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定期的に状態確認</a:t>
            </a:r>
          </a:p>
          <a:p>
            <a:pPr lvl="0"/>
            <a:r>
              <a:rPr lang="ja-JP" dirty="0"/>
              <a:t>CreateTimer で待機</a:t>
            </a:r>
          </a:p>
          <a:p>
            <a:pPr lvl="0"/>
            <a:r>
              <a:rPr lang="ja-JP" dirty="0"/>
              <a:t>外部リソース監視</a:t>
            </a:r>
          </a:p>
          <a:p>
            <a:pPr lvl="0"/>
            <a:r>
              <a:rPr lang="ja-JP" dirty="0"/>
              <a:t>終了条件で抜ける</a:t>
            </a:r>
          </a:p>
        </p:txBody>
      </p:sp>
      <p:sp>
        <p:nvSpPr>
          <p:cNvPr id="100" name="Box 100"/>
          <p:cNvSpPr/>
          <p:nvPr/>
        </p:nvSpPr>
        <p:spPr>
          <a:xfrm>
            <a:off x="8200000" y="1300000"/>
            <a:ext cx="22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1" name="Box 101"/>
          <p:cNvSpPr/>
          <p:nvPr/>
        </p:nvSpPr>
        <p:spPr>
          <a:xfrm>
            <a:off x="8200000" y="2500000"/>
            <a:ext cx="2200000" cy="6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Check Status</a:t>
            </a:r>
          </a:p>
        </p:txBody>
      </p:sp>
      <p:sp>
        <p:nvSpPr>
          <p:cNvPr id="102" name="Box 102"/>
          <p:cNvSpPr/>
          <p:nvPr/>
        </p:nvSpPr>
        <p:spPr>
          <a:xfrm>
            <a:off x="6600000" y="3800000"/>
            <a:ext cx="2200000" cy="60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Timer 30s</a:t>
            </a:r>
          </a:p>
        </p:txBody>
      </p:sp>
      <p:sp>
        <p:nvSpPr>
          <p:cNvPr id="103" name="Box 103"/>
          <p:cNvSpPr/>
          <p:nvPr/>
        </p:nvSpPr>
        <p:spPr>
          <a:xfrm>
            <a:off x="9900000" y="3800000"/>
            <a:ext cx="22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Done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9300000" y="1900000"/>
            <a:ext cx="1" cy="600000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 flipH="1">
            <a:off x="7700000" y="3100000"/>
            <a:ext cx="1400000" cy="700000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6600000" y="3200000"/>
            <a:ext cx="22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b="1">
                <a:solidFill>
                  <a:srgbClr val="595959"/>
                </a:solidFill>
              </a:rPr>
              <a:t>Pending</a:t>
            </a:r>
          </a:p>
        </p:txBody>
      </p:sp>
      <p:cxnSp>
        <p:nvCxnSpPr>
          <p:cNvPr id="107" name="Arrow 107"/>
          <p:cNvCxnSpPr/>
          <p:nvPr/>
        </p:nvCxnSpPr>
        <p:spPr>
          <a:xfrm>
            <a:off x="9500000" y="3100000"/>
            <a:ext cx="1500000" cy="700000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8" name="Label 108"/>
          <p:cNvSpPr txBox="1"/>
          <p:nvPr/>
        </p:nvSpPr>
        <p:spPr>
          <a:xfrm>
            <a:off x="9900000" y="3200000"/>
            <a:ext cx="22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b="1">
                <a:solidFill>
                  <a:srgbClr val="107C10"/>
                </a:solidFill>
              </a:rPr>
              <a:t>Completed</a:t>
            </a:r>
          </a:p>
        </p:txBody>
      </p:sp>
      <p:cxnSp>
        <p:nvCxnSpPr>
          <p:cNvPr id="109" name="Arrow 109"/>
          <p:cNvCxnSpPr/>
          <p:nvPr/>
        </p:nvCxnSpPr>
        <p:spPr>
          <a:xfrm flipV="1">
            <a:off x="7700000" y="2800000"/>
            <a:ext cx="500000" cy="1000000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  <p:sp>
        <p:nvSpPr>
          <p:cNvPr id="110" name="Label 110"/>
          <p:cNvSpPr txBox="1"/>
          <p:nvPr/>
        </p:nvSpPr>
        <p:spPr>
          <a:xfrm>
            <a:off x="8600000" y="3150000"/>
            <a:ext cx="1200000" cy="25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i="1" b="1">
                <a:solidFill>
                  <a:srgbClr val="F7630C"/>
                </a:solidFill>
              </a:rPr>
              <a:t>loop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Human Interaction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人の承認を待つ</a:t>
            </a:r>
          </a:p>
          <a:p>
            <a:pPr lvl="0"/>
            <a:r>
              <a:rPr lang="ja-JP" dirty="0"/>
              <a:t>WaitForExternalEvent</a:t>
            </a:r>
          </a:p>
          <a:p>
            <a:pPr lvl="0"/>
            <a:r>
              <a:rPr lang="ja-JP" dirty="0"/>
              <a:t>タイムアウト併用</a:t>
            </a:r>
          </a:p>
          <a:p>
            <a:pPr lvl="0"/>
            <a:r>
              <a:rPr lang="ja-JP" dirty="0"/>
              <a:t>承認ワークフロー</a:t>
            </a:r>
          </a:p>
        </p:txBody>
      </p:sp>
      <p:sp>
        <p:nvSpPr>
          <p:cNvPr id="100" name="Box 100"/>
          <p:cNvSpPr/>
          <p:nvPr/>
        </p:nvSpPr>
        <p:spPr>
          <a:xfrm>
            <a:off x="6850000" y="1000000"/>
            <a:ext cx="2300000" cy="5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Send Request</a:t>
            </a:r>
          </a:p>
        </p:txBody>
      </p:sp>
      <p:cxnSp>
        <p:nvCxnSpPr>
          <p:cNvPr id="101" name="Arrow 101"/>
          <p:cNvCxnSpPr/>
          <p:nvPr/>
        </p:nvCxnSpPr>
        <p:spPr>
          <a:xfrm>
            <a:off x="8000000" y="1550000"/>
            <a:ext cx="1" cy="120000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sp>
        <p:nvSpPr>
          <p:cNvPr id="102" name="Label 102"/>
          <p:cNvSpPr txBox="1"/>
          <p:nvPr/>
        </p:nvSpPr>
        <p:spPr>
          <a:xfrm>
            <a:off x="6850000" y="1720000"/>
            <a:ext cx="2300000" cy="4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500" dirty="0" i="1" b="1">
                <a:solidFill>
                  <a:srgbClr val="595959"/>
                </a:solidFill>
              </a:rPr>
              <a:t>WhenAny ()</a:t>
            </a:r>
          </a:p>
        </p:txBody>
      </p:sp>
      <p:sp>
        <p:nvSpPr>
          <p:cNvPr id="103" name="Box 103"/>
          <p:cNvSpPr/>
          <p:nvPr/>
        </p:nvSpPr>
        <p:spPr>
          <a:xfrm>
            <a:off x="6700000" y="2720000"/>
            <a:ext cx="2300000" cy="5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Approval Event</a:t>
            </a:r>
          </a:p>
        </p:txBody>
      </p:sp>
      <p:sp>
        <p:nvSpPr>
          <p:cNvPr id="104" name="Box 104"/>
          <p:cNvSpPr/>
          <p:nvPr/>
        </p:nvSpPr>
        <p:spPr>
          <a:xfrm>
            <a:off x="9300000" y="2720000"/>
            <a:ext cx="2300000" cy="5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Timer 72h</a:t>
            </a:r>
          </a:p>
        </p:txBody>
      </p:sp>
      <p:sp>
        <p:nvSpPr>
          <p:cNvPr id="105" name="Box 105"/>
          <p:cNvSpPr/>
          <p:nvPr/>
        </p:nvSpPr>
        <p:spPr>
          <a:xfrm>
            <a:off x="6700000" y="3720000"/>
            <a:ext cx="2300000" cy="5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Approved ✓</a:t>
            </a:r>
          </a:p>
        </p:txBody>
      </p:sp>
      <p:sp>
        <p:nvSpPr>
          <p:cNvPr id="106" name="Box 106"/>
          <p:cNvSpPr/>
          <p:nvPr/>
        </p:nvSpPr>
        <p:spPr>
          <a:xfrm>
            <a:off x="9300000" y="3720000"/>
            <a:ext cx="2300000" cy="550000"/>
          </a:xfrm>
          <a:prstGeom prst="roundRect">
            <a:avLst>
              <a:gd name="adj" fmla="val 10000"/>
            </a:avLst>
          </a:prstGeom>
          <a:solidFill>
            <a:srgbClr val="FDE7E9"/>
          </a:solidFill>
          <a:ln w="19050">
            <a:solidFill>
              <a:srgbClr val="D13438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Timeout</a:t>
            </a:r>
          </a:p>
        </p:txBody>
      </p:sp>
      <p:cxnSp>
        <p:nvCxnSpPr>
          <p:cNvPr id="107" name="Arrow 107"/>
          <p:cNvCxnSpPr/>
          <p:nvPr/>
        </p:nvCxnSpPr>
        <p:spPr>
          <a:xfrm flipH="1">
            <a:off x="7850000" y="2120000"/>
            <a:ext cx="150000" cy="600000"/>
          </a:xfrm>
          <a:prstGeom prst="straightConnector1">
            <a:avLst/>
          </a:prstGeom>
          <a:ln w="25400">
            <a:solidFill>
              <a:srgbClr val="5C2D91"/>
            </a:solidFill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>
            <a:off x="8000000" y="2120000"/>
            <a:ext cx="2450000" cy="600000"/>
          </a:xfrm>
          <a:prstGeom prst="straightConnector1">
            <a:avLst/>
          </a:prstGeom>
          <a:ln w="25400">
            <a:solidFill>
              <a:srgbClr val="F7630C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7850000" y="3270000"/>
            <a:ext cx="1" cy="450000"/>
          </a:xfrm>
          <a:prstGeom prst="straightConnector1">
            <a:avLst/>
          </a:prstGeom>
          <a:ln w="22225">
            <a:solidFill>
              <a:srgbClr val="5C2D91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10450000" y="3270000"/>
            <a:ext cx="1" cy="450000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Aggregator / Durable Entity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ステートフルな小単位</a:t>
            </a:r>
          </a:p>
          <a:p>
            <a:pPr lvl="0"/>
            <a:r>
              <a:rPr lang="ja-JP" dirty="0"/>
              <a:t>カウンタ・集約</a:t>
            </a:r>
          </a:p>
          <a:p>
            <a:pPr lvl="0"/>
            <a:r>
              <a:rPr lang="ja-JP" dirty="0"/>
              <a:t>メッセージで更新</a:t>
            </a:r>
          </a:p>
          <a:p>
            <a:pPr lvl="0"/>
            <a:r>
              <a:rPr lang="ja-JP" dirty="0"/>
              <a:t>小規模ステートマシン</a:t>
            </a:r>
          </a:p>
        </p:txBody>
      </p:sp>
      <p:sp>
        <p:nvSpPr>
          <p:cNvPr id="100" name="Box 100"/>
          <p:cNvSpPr/>
          <p:nvPr/>
        </p:nvSpPr>
        <p:spPr>
          <a:xfrm>
            <a:off x="6600000" y="13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Client A</a:t>
            </a:r>
          </a:p>
        </p:txBody>
      </p:sp>
      <p:sp>
        <p:nvSpPr>
          <p:cNvPr id="101" name="Box 101"/>
          <p:cNvSpPr/>
          <p:nvPr/>
        </p:nvSpPr>
        <p:spPr>
          <a:xfrm>
            <a:off x="6600000" y="20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Client B</a:t>
            </a:r>
          </a:p>
        </p:txBody>
      </p:sp>
      <p:sp>
        <p:nvSpPr>
          <p:cNvPr id="102" name="Box 102"/>
          <p:cNvSpPr/>
          <p:nvPr/>
        </p:nvSpPr>
        <p:spPr>
          <a:xfrm>
            <a:off x="6600000" y="27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3" name="Box 103"/>
          <p:cNvSpPr/>
          <p:nvPr/>
        </p:nvSpPr>
        <p:spPr>
          <a:xfrm>
            <a:off x="8700000" y="1500000"/>
            <a:ext cx="2400000" cy="1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Counter Entity</a:t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/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State = 42</a:t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(操作は serial)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8300000" y="1550000"/>
            <a:ext cx="400000" cy="700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300000" y="2250000"/>
            <a:ext cx="400000" cy="1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06" name="Arrow 106"/>
          <p:cNvCxnSpPr/>
          <p:nvPr/>
        </p:nvCxnSpPr>
        <p:spPr>
          <a:xfrm flipV="1">
            <a:off x="8300000" y="2250000"/>
            <a:ext cx="400000" cy="700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07" name="Label 107"/>
          <p:cNvSpPr txBox="1"/>
          <p:nvPr/>
        </p:nvSpPr>
        <p:spPr>
          <a:xfrm>
            <a:off x="8450000" y="1180000"/>
            <a:ext cx="11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i="1" b="1">
                <a:solidFill>
                  <a:srgbClr val="595959"/>
                </a:solidFill>
              </a:rPr>
              <a:t>Signal ×N</a:t>
            </a:r>
          </a:p>
        </p:txBody>
      </p:sp>
      <p:sp>
        <p:nvSpPr>
          <p:cNvPr id="108" name="Box 108"/>
          <p:cNvSpPr/>
          <p:nvPr/>
        </p:nvSpPr>
        <p:spPr>
          <a:xfrm>
            <a:off x="8900000" y="3200000"/>
            <a:ext cx="20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Get → 42</a:t>
            </a:r>
          </a:p>
        </p:txBody>
      </p:sp>
      <p:cxnSp>
        <p:nvCxnSpPr>
          <p:cNvPr id="109" name="Arrow 109"/>
          <p:cNvCxnSpPr/>
          <p:nvPr/>
        </p:nvCxnSpPr>
        <p:spPr>
          <a:xfrm>
            <a:off x="9900000" y="3000000"/>
            <a:ext cx="1" cy="200000"/>
          </a:xfrm>
          <a:prstGeom prst="straightConnector1">
            <a:avLst/>
          </a:prstGeom>
          <a:ln w="22225">
            <a:solidFill>
              <a:srgbClr val="5C2D91"/>
            </a:solidFill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65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600000" y="2400000"/>
            <a:ext cx="15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170000" y="2900000"/>
            <a:ext cx="5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10120000" y="2900000"/>
            <a:ext cx="5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200000" y="2520000"/>
            <a:ext cx="4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10150000" y="2520000"/>
            <a:ext cx="4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0000" y="3650000"/>
            <a:ext cx="5400000" cy="35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i="1" b="1">
                <a:solidFill>
                  <a:srgbClr val="107C10"/>
                </a:solidFill>
              </a:rPr>
              <a:t>マネージドサービス（完全 SaaS）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DTS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Live Demo</a:t>
            </a:r>
          </a:p>
        </p:txBody>
      </p:sp>
      <p:sp>
        <p:nvSpPr>
          <p:cNvPr id="3" name="Placeholder 1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Aspire で動かして、Functions だけ止めてみる</a:t>
            </a:r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000" y="1400000"/>
            <a:ext cx="6000000" cy="4700000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= Event Sourcing</a:t>
            </a:r>
          </a:p>
          <a:p>
            <a:pPr lvl="0"/>
            <a:r>
              <a:rPr lang="ja-JP" dirty="0"/>
              <a:t>落ちても続きから動く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→ 次は Durable Agent 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0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7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1</cp:revision>
  <dcterms:created xsi:type="dcterms:W3CDTF">2026-05-21T06:38:06Z</dcterms:created>
  <dcterms:modified xsi:type="dcterms:W3CDTF">2026-05-21T06:38:06Z</dcterms:modified>
</cp:coreProperties>
</file>